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sldIdLst>
    <p:sldId id="256" r:id="rId2"/>
    <p:sldId id="305" r:id="rId3"/>
    <p:sldId id="306" r:id="rId4"/>
    <p:sldId id="259" r:id="rId5"/>
    <p:sldId id="278" r:id="rId6"/>
    <p:sldId id="279" r:id="rId7"/>
    <p:sldId id="300" r:id="rId8"/>
    <p:sldId id="299" r:id="rId9"/>
    <p:sldId id="280" r:id="rId10"/>
    <p:sldId id="281" r:id="rId11"/>
    <p:sldId id="289" r:id="rId12"/>
    <p:sldId id="290" r:id="rId13"/>
    <p:sldId id="291" r:id="rId14"/>
    <p:sldId id="292" r:id="rId15"/>
    <p:sldId id="301" r:id="rId16"/>
    <p:sldId id="293" r:id="rId17"/>
    <p:sldId id="294" r:id="rId18"/>
    <p:sldId id="302" r:id="rId19"/>
    <p:sldId id="295" r:id="rId20"/>
    <p:sldId id="304" r:id="rId21"/>
    <p:sldId id="297" r:id="rId22"/>
    <p:sldId id="298" r:id="rId23"/>
    <p:sldId id="284" r:id="rId24"/>
    <p:sldId id="283" r:id="rId25"/>
    <p:sldId id="285" r:id="rId26"/>
    <p:sldId id="296" r:id="rId27"/>
    <p:sldId id="286" r:id="rId28"/>
    <p:sldId id="288" r:id="rId2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F05DC3-A8F5-3F45-85C9-480338A5692A}" v="149" dt="2025-02-13T13:04:38.5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83075"/>
  </p:normalViewPr>
  <p:slideViewPr>
    <p:cSldViewPr>
      <p:cViewPr varScale="1">
        <p:scale>
          <a:sx n="134" d="100"/>
          <a:sy n="134" d="100"/>
        </p:scale>
        <p:origin x="232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Hui" userId="2acf357a-d887-4e08-95d2-f44b1823070d" providerId="ADAL" clId="{2FF05DC3-A8F5-3F45-85C9-480338A5692A}"/>
    <pc:docChg chg="undo redo custSel addSld delSld modSld sldOrd">
      <pc:chgData name="LI, Hui" userId="2acf357a-d887-4e08-95d2-f44b1823070d" providerId="ADAL" clId="{2FF05DC3-A8F5-3F45-85C9-480338A5692A}" dt="2025-02-13T13:14:30.703" v="1096"/>
      <pc:docMkLst>
        <pc:docMk/>
      </pc:docMkLst>
      <pc:sldChg chg="modSp mod">
        <pc:chgData name="LI, Hui" userId="2acf357a-d887-4e08-95d2-f44b1823070d" providerId="ADAL" clId="{2FF05DC3-A8F5-3F45-85C9-480338A5692A}" dt="2025-02-13T05:56:58.058" v="22" actId="20577"/>
        <pc:sldMkLst>
          <pc:docMk/>
          <pc:sldMk cId="1346080441" sldId="256"/>
        </pc:sldMkLst>
        <pc:spChg chg="mod">
          <ac:chgData name="LI, Hui" userId="2acf357a-d887-4e08-95d2-f44b1823070d" providerId="ADAL" clId="{2FF05DC3-A8F5-3F45-85C9-480338A5692A}" dt="2025-02-13T05:56:58.058" v="22" actId="20577"/>
          <ac:spMkLst>
            <pc:docMk/>
            <pc:sldMk cId="1346080441" sldId="256"/>
            <ac:spMk id="3" creationId="{00000000-0000-0000-0000-000000000000}"/>
          </ac:spMkLst>
        </pc:spChg>
      </pc:sldChg>
      <pc:sldChg chg="modSp mod">
        <pc:chgData name="LI, Hui" userId="2acf357a-d887-4e08-95d2-f44b1823070d" providerId="ADAL" clId="{2FF05DC3-A8F5-3F45-85C9-480338A5692A}" dt="2025-02-13T06:22:38.162" v="27" actId="15"/>
        <pc:sldMkLst>
          <pc:docMk/>
          <pc:sldMk cId="3585833562" sldId="259"/>
        </pc:sldMkLst>
        <pc:spChg chg="mod">
          <ac:chgData name="LI, Hui" userId="2acf357a-d887-4e08-95d2-f44b1823070d" providerId="ADAL" clId="{2FF05DC3-A8F5-3F45-85C9-480338A5692A}" dt="2025-02-13T06:22:38.162" v="27" actId="15"/>
          <ac:spMkLst>
            <pc:docMk/>
            <pc:sldMk cId="3585833562" sldId="259"/>
            <ac:spMk id="3" creationId="{00000000-0000-0000-0000-000000000000}"/>
          </ac:spMkLst>
        </pc:spChg>
      </pc:sldChg>
      <pc:sldChg chg="modSp mod modNotesTx">
        <pc:chgData name="LI, Hui" userId="2acf357a-d887-4e08-95d2-f44b1823070d" providerId="ADAL" clId="{2FF05DC3-A8F5-3F45-85C9-480338A5692A}" dt="2025-02-13T08:31:10.031" v="653" actId="20577"/>
        <pc:sldMkLst>
          <pc:docMk/>
          <pc:sldMk cId="3829847080" sldId="278"/>
        </pc:sldMkLst>
        <pc:spChg chg="mod">
          <ac:chgData name="LI, Hui" userId="2acf357a-d887-4e08-95d2-f44b1823070d" providerId="ADAL" clId="{2FF05DC3-A8F5-3F45-85C9-480338A5692A}" dt="2025-02-13T08:31:10.031" v="653" actId="20577"/>
          <ac:spMkLst>
            <pc:docMk/>
            <pc:sldMk cId="3829847080" sldId="278"/>
            <ac:spMk id="3" creationId="{00000000-0000-0000-0000-000000000000}"/>
          </ac:spMkLst>
        </pc:spChg>
      </pc:sldChg>
      <pc:sldChg chg="addSp modSp mod modNotesTx">
        <pc:chgData name="LI, Hui" userId="2acf357a-d887-4e08-95d2-f44b1823070d" providerId="ADAL" clId="{2FF05DC3-A8F5-3F45-85C9-480338A5692A}" dt="2025-02-13T09:15:28.961" v="1024" actId="1076"/>
        <pc:sldMkLst>
          <pc:docMk/>
          <pc:sldMk cId="2492080585" sldId="279"/>
        </pc:sldMkLst>
        <pc:spChg chg="mod">
          <ac:chgData name="LI, Hui" userId="2acf357a-d887-4e08-95d2-f44b1823070d" providerId="ADAL" clId="{2FF05DC3-A8F5-3F45-85C9-480338A5692A}" dt="2025-02-13T09:15:21.284" v="1023" actId="20577"/>
          <ac:spMkLst>
            <pc:docMk/>
            <pc:sldMk cId="2492080585" sldId="279"/>
            <ac:spMk id="3" creationId="{00000000-0000-0000-0000-000000000000}"/>
          </ac:spMkLst>
        </pc:spChg>
        <pc:spChg chg="add mod">
          <ac:chgData name="LI, Hui" userId="2acf357a-d887-4e08-95d2-f44b1823070d" providerId="ADAL" clId="{2FF05DC3-A8F5-3F45-85C9-480338A5692A}" dt="2025-02-13T09:15:28.961" v="1024" actId="1076"/>
          <ac:spMkLst>
            <pc:docMk/>
            <pc:sldMk cId="2492080585" sldId="279"/>
            <ac:spMk id="5" creationId="{A26217C8-A595-6D29-C409-0DC0B87815E1}"/>
          </ac:spMkLst>
        </pc:spChg>
      </pc:sldChg>
      <pc:sldChg chg="addSp delSp modSp mod ord">
        <pc:chgData name="LI, Hui" userId="2acf357a-d887-4e08-95d2-f44b1823070d" providerId="ADAL" clId="{2FF05DC3-A8F5-3F45-85C9-480338A5692A}" dt="2025-02-13T13:02:24.574" v="1038" actId="478"/>
        <pc:sldMkLst>
          <pc:docMk/>
          <pc:sldMk cId="4146797837" sldId="280"/>
        </pc:sldMkLst>
        <pc:spChg chg="mod">
          <ac:chgData name="LI, Hui" userId="2acf357a-d887-4e08-95d2-f44b1823070d" providerId="ADAL" clId="{2FF05DC3-A8F5-3F45-85C9-480338A5692A}" dt="2025-02-13T09:46:49.331" v="1037" actId="20577"/>
          <ac:spMkLst>
            <pc:docMk/>
            <pc:sldMk cId="4146797837" sldId="280"/>
            <ac:spMk id="7" creationId="{00000000-0000-0000-0000-000000000000}"/>
          </ac:spMkLst>
        </pc:spChg>
        <pc:inkChg chg="add del">
          <ac:chgData name="LI, Hui" userId="2acf357a-d887-4e08-95d2-f44b1823070d" providerId="ADAL" clId="{2FF05DC3-A8F5-3F45-85C9-480338A5692A}" dt="2025-02-13T13:02:24.574" v="1038" actId="478"/>
          <ac:inkMkLst>
            <pc:docMk/>
            <pc:sldMk cId="4146797837" sldId="280"/>
            <ac:inkMk id="8" creationId="{493569D5-28E5-AC6E-C010-BECEB2094162}"/>
          </ac:inkMkLst>
        </pc:inkChg>
      </pc:sldChg>
      <pc:sldChg chg="modNotesTx">
        <pc:chgData name="LI, Hui" userId="2acf357a-d887-4e08-95d2-f44b1823070d" providerId="ADAL" clId="{2FF05DC3-A8F5-3F45-85C9-480338A5692A}" dt="2025-02-13T08:50:23.414" v="772" actId="20577"/>
        <pc:sldMkLst>
          <pc:docMk/>
          <pc:sldMk cId="1437788661" sldId="284"/>
        </pc:sldMkLst>
      </pc:sldChg>
      <pc:sldChg chg="del">
        <pc:chgData name="LI, Hui" userId="2acf357a-d887-4e08-95d2-f44b1823070d" providerId="ADAL" clId="{2FF05DC3-A8F5-3F45-85C9-480338A5692A}" dt="2025-02-13T08:58:13.287" v="830" actId="2696"/>
        <pc:sldMkLst>
          <pc:docMk/>
          <pc:sldMk cId="3699597791" sldId="287"/>
        </pc:sldMkLst>
      </pc:sldChg>
      <pc:sldChg chg="modSp mod">
        <pc:chgData name="LI, Hui" userId="2acf357a-d887-4e08-95d2-f44b1823070d" providerId="ADAL" clId="{2FF05DC3-A8F5-3F45-85C9-480338A5692A}" dt="2025-02-13T08:58:06.669" v="829" actId="20577"/>
        <pc:sldMkLst>
          <pc:docMk/>
          <pc:sldMk cId="773090954" sldId="288"/>
        </pc:sldMkLst>
        <pc:spChg chg="mod">
          <ac:chgData name="LI, Hui" userId="2acf357a-d887-4e08-95d2-f44b1823070d" providerId="ADAL" clId="{2FF05DC3-A8F5-3F45-85C9-480338A5692A}" dt="2025-02-13T08:58:06.669" v="829" actId="20577"/>
          <ac:spMkLst>
            <pc:docMk/>
            <pc:sldMk cId="773090954" sldId="288"/>
            <ac:spMk id="3" creationId="{00000000-0000-0000-0000-000000000000}"/>
          </ac:spMkLst>
        </pc:spChg>
      </pc:sldChg>
      <pc:sldChg chg="modSp mod">
        <pc:chgData name="LI, Hui" userId="2acf357a-d887-4e08-95d2-f44b1823070d" providerId="ADAL" clId="{2FF05DC3-A8F5-3F45-85C9-480338A5692A}" dt="2025-02-13T08:41:54.983" v="732" actId="20577"/>
        <pc:sldMkLst>
          <pc:docMk/>
          <pc:sldMk cId="1724981556" sldId="289"/>
        </pc:sldMkLst>
        <pc:spChg chg="mod">
          <ac:chgData name="LI, Hui" userId="2acf357a-d887-4e08-95d2-f44b1823070d" providerId="ADAL" clId="{2FF05DC3-A8F5-3F45-85C9-480338A5692A}" dt="2025-02-13T08:41:54.983" v="732" actId="20577"/>
          <ac:spMkLst>
            <pc:docMk/>
            <pc:sldMk cId="1724981556" sldId="289"/>
            <ac:spMk id="3" creationId="{00000000-0000-0000-0000-000000000000}"/>
          </ac:spMkLst>
        </pc:spChg>
      </pc:sldChg>
      <pc:sldChg chg="modSp mod">
        <pc:chgData name="LI, Hui" userId="2acf357a-d887-4e08-95d2-f44b1823070d" providerId="ADAL" clId="{2FF05DC3-A8F5-3F45-85C9-480338A5692A}" dt="2025-02-13T08:42:23.078" v="737"/>
        <pc:sldMkLst>
          <pc:docMk/>
          <pc:sldMk cId="3179154827" sldId="290"/>
        </pc:sldMkLst>
        <pc:spChg chg="mod">
          <ac:chgData name="LI, Hui" userId="2acf357a-d887-4e08-95d2-f44b1823070d" providerId="ADAL" clId="{2FF05DC3-A8F5-3F45-85C9-480338A5692A}" dt="2025-02-13T08:42:23.078" v="737"/>
          <ac:spMkLst>
            <pc:docMk/>
            <pc:sldMk cId="3179154827" sldId="290"/>
            <ac:spMk id="3" creationId="{00000000-0000-0000-0000-000000000000}"/>
          </ac:spMkLst>
        </pc:spChg>
      </pc:sldChg>
      <pc:sldChg chg="modSp mod">
        <pc:chgData name="LI, Hui" userId="2acf357a-d887-4e08-95d2-f44b1823070d" providerId="ADAL" clId="{2FF05DC3-A8F5-3F45-85C9-480338A5692A}" dt="2025-02-13T08:43:00.307" v="745" actId="14100"/>
        <pc:sldMkLst>
          <pc:docMk/>
          <pc:sldMk cId="1011500683" sldId="291"/>
        </pc:sldMkLst>
        <pc:spChg chg="mod">
          <ac:chgData name="LI, Hui" userId="2acf357a-d887-4e08-95d2-f44b1823070d" providerId="ADAL" clId="{2FF05DC3-A8F5-3F45-85C9-480338A5692A}" dt="2025-02-13T08:43:00.307" v="745" actId="14100"/>
          <ac:spMkLst>
            <pc:docMk/>
            <pc:sldMk cId="1011500683" sldId="291"/>
            <ac:spMk id="3" creationId="{00000000-0000-0000-0000-000000000000}"/>
          </ac:spMkLst>
        </pc:spChg>
      </pc:sldChg>
      <pc:sldChg chg="addSp modSp mod">
        <pc:chgData name="LI, Hui" userId="2acf357a-d887-4e08-95d2-f44b1823070d" providerId="ADAL" clId="{2FF05DC3-A8F5-3F45-85C9-480338A5692A}" dt="2025-02-13T08:44:57.802" v="767" actId="20577"/>
        <pc:sldMkLst>
          <pc:docMk/>
          <pc:sldMk cId="3053594033" sldId="292"/>
        </pc:sldMkLst>
        <pc:spChg chg="add mod">
          <ac:chgData name="LI, Hui" userId="2acf357a-d887-4e08-95d2-f44b1823070d" providerId="ADAL" clId="{2FF05DC3-A8F5-3F45-85C9-480338A5692A}" dt="2025-02-13T08:43:19.903" v="748" actId="1076"/>
          <ac:spMkLst>
            <pc:docMk/>
            <pc:sldMk cId="3053594033" sldId="292"/>
            <ac:spMk id="6" creationId="{0559114C-E49F-1AED-CB61-BE6AC648DC73}"/>
          </ac:spMkLst>
        </pc:spChg>
        <pc:spChg chg="add mod">
          <ac:chgData name="LI, Hui" userId="2acf357a-d887-4e08-95d2-f44b1823070d" providerId="ADAL" clId="{2FF05DC3-A8F5-3F45-85C9-480338A5692A}" dt="2025-02-13T08:43:38.957" v="753" actId="14100"/>
          <ac:spMkLst>
            <pc:docMk/>
            <pc:sldMk cId="3053594033" sldId="292"/>
            <ac:spMk id="8" creationId="{5CAF559B-28CA-E308-6210-B24EEDCC7222}"/>
          </ac:spMkLst>
        </pc:spChg>
        <pc:spChg chg="add mod">
          <ac:chgData name="LI, Hui" userId="2acf357a-d887-4e08-95d2-f44b1823070d" providerId="ADAL" clId="{2FF05DC3-A8F5-3F45-85C9-480338A5692A}" dt="2025-02-13T08:44:57.802" v="767" actId="20577"/>
          <ac:spMkLst>
            <pc:docMk/>
            <pc:sldMk cId="3053594033" sldId="292"/>
            <ac:spMk id="9" creationId="{7E16AEB9-C06F-7F50-4083-1BF2FB9FED17}"/>
          </ac:spMkLst>
        </pc:spChg>
        <pc:graphicFrameChg chg="modGraphic">
          <ac:chgData name="LI, Hui" userId="2acf357a-d887-4e08-95d2-f44b1823070d" providerId="ADAL" clId="{2FF05DC3-A8F5-3F45-85C9-480338A5692A}" dt="2025-02-13T08:43:42.771" v="757" actId="20577"/>
          <ac:graphicFrameMkLst>
            <pc:docMk/>
            <pc:sldMk cId="3053594033" sldId="292"/>
            <ac:graphicFrameMk id="5" creationId="{00000000-0000-0000-0000-000000000000}"/>
          </ac:graphicFrameMkLst>
        </pc:graphicFrameChg>
      </pc:sldChg>
      <pc:sldChg chg="modSp mod">
        <pc:chgData name="LI, Hui" userId="2acf357a-d887-4e08-95d2-f44b1823070d" providerId="ADAL" clId="{2FF05DC3-A8F5-3F45-85C9-480338A5692A}" dt="2025-02-13T09:16:19.869" v="1035"/>
        <pc:sldMkLst>
          <pc:docMk/>
          <pc:sldMk cId="1836634968" sldId="293"/>
        </pc:sldMkLst>
        <pc:spChg chg="mod">
          <ac:chgData name="LI, Hui" userId="2acf357a-d887-4e08-95d2-f44b1823070d" providerId="ADAL" clId="{2FF05DC3-A8F5-3F45-85C9-480338A5692A}" dt="2025-02-13T09:16:19.869" v="1035"/>
          <ac:spMkLst>
            <pc:docMk/>
            <pc:sldMk cId="1836634968" sldId="293"/>
            <ac:spMk id="3" creationId="{00000000-0000-0000-0000-000000000000}"/>
          </ac:spMkLst>
        </pc:spChg>
      </pc:sldChg>
      <pc:sldChg chg="addSp modSp">
        <pc:chgData name="LI, Hui" userId="2acf357a-d887-4e08-95d2-f44b1823070d" providerId="ADAL" clId="{2FF05DC3-A8F5-3F45-85C9-480338A5692A}" dt="2025-02-13T08:44:53.371" v="765"/>
        <pc:sldMkLst>
          <pc:docMk/>
          <pc:sldMk cId="1018665237" sldId="295"/>
        </pc:sldMkLst>
        <pc:spChg chg="add mod">
          <ac:chgData name="LI, Hui" userId="2acf357a-d887-4e08-95d2-f44b1823070d" providerId="ADAL" clId="{2FF05DC3-A8F5-3F45-85C9-480338A5692A}" dt="2025-02-13T08:44:25.046" v="760"/>
          <ac:spMkLst>
            <pc:docMk/>
            <pc:sldMk cId="1018665237" sldId="295"/>
            <ac:spMk id="3" creationId="{060AEFBA-AA41-7140-C954-90F7C712FB1B}"/>
          </ac:spMkLst>
        </pc:spChg>
        <pc:spChg chg="add mod">
          <ac:chgData name="LI, Hui" userId="2acf357a-d887-4e08-95d2-f44b1823070d" providerId="ADAL" clId="{2FF05DC3-A8F5-3F45-85C9-480338A5692A}" dt="2025-02-13T08:44:25.046" v="760"/>
          <ac:spMkLst>
            <pc:docMk/>
            <pc:sldMk cId="1018665237" sldId="295"/>
            <ac:spMk id="5" creationId="{89D4F518-DECC-4EC8-6148-5CE72ACF4419}"/>
          </ac:spMkLst>
        </pc:spChg>
        <pc:spChg chg="add mod">
          <ac:chgData name="LI, Hui" userId="2acf357a-d887-4e08-95d2-f44b1823070d" providerId="ADAL" clId="{2FF05DC3-A8F5-3F45-85C9-480338A5692A}" dt="2025-02-13T08:44:53.371" v="765"/>
          <ac:spMkLst>
            <pc:docMk/>
            <pc:sldMk cId="1018665237" sldId="295"/>
            <ac:spMk id="6" creationId="{F285379D-4223-F207-D669-4B3D033D177C}"/>
          </ac:spMkLst>
        </pc:spChg>
      </pc:sldChg>
      <pc:sldChg chg="modSp mod ord">
        <pc:chgData name="LI, Hui" userId="2acf357a-d887-4e08-95d2-f44b1823070d" providerId="ADAL" clId="{2FF05DC3-A8F5-3F45-85C9-480338A5692A}" dt="2025-02-13T13:04:59.995" v="1067" actId="20577"/>
        <pc:sldMkLst>
          <pc:docMk/>
          <pc:sldMk cId="2559834073" sldId="296"/>
        </pc:sldMkLst>
        <pc:spChg chg="mod">
          <ac:chgData name="LI, Hui" userId="2acf357a-d887-4e08-95d2-f44b1823070d" providerId="ADAL" clId="{2FF05DC3-A8F5-3F45-85C9-480338A5692A}" dt="2025-02-13T13:04:52.229" v="1054" actId="20577"/>
          <ac:spMkLst>
            <pc:docMk/>
            <pc:sldMk cId="2559834073" sldId="296"/>
            <ac:spMk id="2" creationId="{00000000-0000-0000-0000-000000000000}"/>
          </ac:spMkLst>
        </pc:spChg>
        <pc:spChg chg="mod">
          <ac:chgData name="LI, Hui" userId="2acf357a-d887-4e08-95d2-f44b1823070d" providerId="ADAL" clId="{2FF05DC3-A8F5-3F45-85C9-480338A5692A}" dt="2025-02-13T13:04:59.995" v="1067" actId="20577"/>
          <ac:spMkLst>
            <pc:docMk/>
            <pc:sldMk cId="2559834073" sldId="296"/>
            <ac:spMk id="3" creationId="{00000000-0000-0000-0000-000000000000}"/>
          </ac:spMkLst>
        </pc:spChg>
        <pc:spChg chg="mod">
          <ac:chgData name="LI, Hui" userId="2acf357a-d887-4e08-95d2-f44b1823070d" providerId="ADAL" clId="{2FF05DC3-A8F5-3F45-85C9-480338A5692A}" dt="2025-02-13T08:56:01.706" v="822" actId="20577"/>
          <ac:spMkLst>
            <pc:docMk/>
            <pc:sldMk cId="2559834073" sldId="296"/>
            <ac:spMk id="5" creationId="{00000000-0000-0000-0000-000000000000}"/>
          </ac:spMkLst>
        </pc:spChg>
      </pc:sldChg>
      <pc:sldChg chg="add del ord">
        <pc:chgData name="LI, Hui" userId="2acf357a-d887-4e08-95d2-f44b1823070d" providerId="ADAL" clId="{2FF05DC3-A8F5-3F45-85C9-480338A5692A}" dt="2025-02-13T13:04:38.550" v="1041"/>
        <pc:sldMkLst>
          <pc:docMk/>
          <pc:sldMk cId="3428264497" sldId="297"/>
        </pc:sldMkLst>
      </pc:sldChg>
      <pc:sldChg chg="add del ord">
        <pc:chgData name="LI, Hui" userId="2acf357a-d887-4e08-95d2-f44b1823070d" providerId="ADAL" clId="{2FF05DC3-A8F5-3F45-85C9-480338A5692A}" dt="2025-02-13T13:04:38.550" v="1041"/>
        <pc:sldMkLst>
          <pc:docMk/>
          <pc:sldMk cId="2312030411" sldId="298"/>
        </pc:sldMkLst>
      </pc:sldChg>
      <pc:sldChg chg="addSp delSp modSp add mod ord">
        <pc:chgData name="LI, Hui" userId="2acf357a-d887-4e08-95d2-f44b1823070d" providerId="ADAL" clId="{2FF05DC3-A8F5-3F45-85C9-480338A5692A}" dt="2025-02-13T13:02:26.971" v="1039" actId="478"/>
        <pc:sldMkLst>
          <pc:docMk/>
          <pc:sldMk cId="2569635744" sldId="299"/>
        </pc:sldMkLst>
        <pc:spChg chg="mod">
          <ac:chgData name="LI, Hui" userId="2acf357a-d887-4e08-95d2-f44b1823070d" providerId="ADAL" clId="{2FF05DC3-A8F5-3F45-85C9-480338A5692A}" dt="2025-02-13T08:20:48.110" v="586" actId="20577"/>
          <ac:spMkLst>
            <pc:docMk/>
            <pc:sldMk cId="2569635744" sldId="299"/>
            <ac:spMk id="3" creationId="{A590814F-BADB-750C-85E2-26B0C7E16517}"/>
          </ac:spMkLst>
        </pc:spChg>
        <pc:inkChg chg="add del">
          <ac:chgData name="LI, Hui" userId="2acf357a-d887-4e08-95d2-f44b1823070d" providerId="ADAL" clId="{2FF05DC3-A8F5-3F45-85C9-480338A5692A}" dt="2025-02-13T13:02:26.971" v="1039" actId="478"/>
          <ac:inkMkLst>
            <pc:docMk/>
            <pc:sldMk cId="2569635744" sldId="299"/>
            <ac:inkMk id="5" creationId="{6A8BF2E3-AA7F-A50E-D86F-79F363CE0602}"/>
          </ac:inkMkLst>
        </pc:inkChg>
      </pc:sldChg>
      <pc:sldChg chg="addSp delSp modSp add mod ord modNotesTx">
        <pc:chgData name="LI, Hui" userId="2acf357a-d887-4e08-95d2-f44b1823070d" providerId="ADAL" clId="{2FF05DC3-A8F5-3F45-85C9-480338A5692A}" dt="2025-02-13T09:13:24.435" v="1010" actId="20577"/>
        <pc:sldMkLst>
          <pc:docMk/>
          <pc:sldMk cId="2001976" sldId="300"/>
        </pc:sldMkLst>
        <pc:spChg chg="mod">
          <ac:chgData name="LI, Hui" userId="2acf357a-d887-4e08-95d2-f44b1823070d" providerId="ADAL" clId="{2FF05DC3-A8F5-3F45-85C9-480338A5692A}" dt="2025-02-13T08:36:44.281" v="707" actId="1076"/>
          <ac:spMkLst>
            <pc:docMk/>
            <pc:sldMk cId="2001976" sldId="300"/>
            <ac:spMk id="3" creationId="{B3D70B19-251C-AFAF-6739-208B1CC7C501}"/>
          </ac:spMkLst>
        </pc:spChg>
        <pc:picChg chg="add del mod">
          <ac:chgData name="LI, Hui" userId="2acf357a-d887-4e08-95d2-f44b1823070d" providerId="ADAL" clId="{2FF05DC3-A8F5-3F45-85C9-480338A5692A}" dt="2025-02-13T08:37:37.708" v="708" actId="478"/>
          <ac:picMkLst>
            <pc:docMk/>
            <pc:sldMk cId="2001976" sldId="300"/>
            <ac:picMk id="5" creationId="{4B56E785-2865-1D9F-B026-A31189B93675}"/>
          </ac:picMkLst>
        </pc:picChg>
        <pc:picChg chg="add mod">
          <ac:chgData name="LI, Hui" userId="2acf357a-d887-4e08-95d2-f44b1823070d" providerId="ADAL" clId="{2FF05DC3-A8F5-3F45-85C9-480338A5692A}" dt="2025-02-13T08:37:39.870" v="710" actId="1076"/>
          <ac:picMkLst>
            <pc:docMk/>
            <pc:sldMk cId="2001976" sldId="300"/>
            <ac:picMk id="6" creationId="{393A68B0-3F79-B2A4-1FE0-E79C93E3102B}"/>
          </ac:picMkLst>
        </pc:picChg>
      </pc:sldChg>
      <pc:sldChg chg="addSp modSp add mod">
        <pc:chgData name="LI, Hui" userId="2acf357a-d887-4e08-95d2-f44b1823070d" providerId="ADAL" clId="{2FF05DC3-A8F5-3F45-85C9-480338A5692A}" dt="2025-02-13T08:45:00.763" v="769" actId="20577"/>
        <pc:sldMkLst>
          <pc:docMk/>
          <pc:sldMk cId="153069172" sldId="301"/>
        </pc:sldMkLst>
        <pc:spChg chg="add mod">
          <ac:chgData name="LI, Hui" userId="2acf357a-d887-4e08-95d2-f44b1823070d" providerId="ADAL" clId="{2FF05DC3-A8F5-3F45-85C9-480338A5692A}" dt="2025-02-13T08:43:51.171" v="758"/>
          <ac:spMkLst>
            <pc:docMk/>
            <pc:sldMk cId="153069172" sldId="301"/>
            <ac:spMk id="3" creationId="{D3D44E4D-8E0E-C3C5-20C4-06E80414FEEE}"/>
          </ac:spMkLst>
        </pc:spChg>
        <pc:spChg chg="add mod">
          <ac:chgData name="LI, Hui" userId="2acf357a-d887-4e08-95d2-f44b1823070d" providerId="ADAL" clId="{2FF05DC3-A8F5-3F45-85C9-480338A5692A}" dt="2025-02-13T08:43:51.171" v="758"/>
          <ac:spMkLst>
            <pc:docMk/>
            <pc:sldMk cId="153069172" sldId="301"/>
            <ac:spMk id="6" creationId="{FFBCA605-0B11-137B-487E-BF171546F384}"/>
          </ac:spMkLst>
        </pc:spChg>
        <pc:spChg chg="add mod">
          <ac:chgData name="LI, Hui" userId="2acf357a-d887-4e08-95d2-f44b1823070d" providerId="ADAL" clId="{2FF05DC3-A8F5-3F45-85C9-480338A5692A}" dt="2025-02-13T08:45:00.763" v="769" actId="20577"/>
          <ac:spMkLst>
            <pc:docMk/>
            <pc:sldMk cId="153069172" sldId="301"/>
            <ac:spMk id="7" creationId="{03FA0FDF-0B02-CF40-8072-7372EB23BFED}"/>
          </ac:spMkLst>
        </pc:spChg>
      </pc:sldChg>
      <pc:sldChg chg="addSp modSp add mod">
        <pc:chgData name="LI, Hui" userId="2acf357a-d887-4e08-95d2-f44b1823070d" providerId="ADAL" clId="{2FF05DC3-A8F5-3F45-85C9-480338A5692A}" dt="2025-02-13T08:44:48.943" v="764" actId="1076"/>
        <pc:sldMkLst>
          <pc:docMk/>
          <pc:sldMk cId="2341680849" sldId="302"/>
        </pc:sldMkLst>
        <pc:spChg chg="mod">
          <ac:chgData name="LI, Hui" userId="2acf357a-d887-4e08-95d2-f44b1823070d" providerId="ADAL" clId="{2FF05DC3-A8F5-3F45-85C9-480338A5692A}" dt="2025-02-13T08:44:29.340" v="762" actId="20577"/>
          <ac:spMkLst>
            <pc:docMk/>
            <pc:sldMk cId="2341680849" sldId="302"/>
            <ac:spMk id="2" creationId="{4D640439-ED25-E933-6D53-F80E74B04BA2}"/>
          </ac:spMkLst>
        </pc:spChg>
        <pc:spChg chg="add mod">
          <ac:chgData name="LI, Hui" userId="2acf357a-d887-4e08-95d2-f44b1823070d" providerId="ADAL" clId="{2FF05DC3-A8F5-3F45-85C9-480338A5692A}" dt="2025-02-13T08:44:48.943" v="764" actId="1076"/>
          <ac:spMkLst>
            <pc:docMk/>
            <pc:sldMk cId="2341680849" sldId="302"/>
            <ac:spMk id="7" creationId="{6BBE9497-866B-1EDE-8BFE-898C9BE67EFE}"/>
          </ac:spMkLst>
        </pc:spChg>
      </pc:sldChg>
      <pc:sldChg chg="add del">
        <pc:chgData name="LI, Hui" userId="2acf357a-d887-4e08-95d2-f44b1823070d" providerId="ADAL" clId="{2FF05DC3-A8F5-3F45-85C9-480338A5692A}" dt="2025-02-13T13:05:20.805" v="1068" actId="2696"/>
        <pc:sldMkLst>
          <pc:docMk/>
          <pc:sldMk cId="3947969391" sldId="303"/>
        </pc:sldMkLst>
      </pc:sldChg>
      <pc:sldChg chg="modSp add mod">
        <pc:chgData name="LI, Hui" userId="2acf357a-d887-4e08-95d2-f44b1823070d" providerId="ADAL" clId="{2FF05DC3-A8F5-3F45-85C9-480338A5692A}" dt="2025-02-13T13:14:30.703" v="1096"/>
        <pc:sldMkLst>
          <pc:docMk/>
          <pc:sldMk cId="1675220258" sldId="304"/>
        </pc:sldMkLst>
        <pc:spChg chg="mod">
          <ac:chgData name="LI, Hui" userId="2acf357a-d887-4e08-95d2-f44b1823070d" providerId="ADAL" clId="{2FF05DC3-A8F5-3F45-85C9-480338A5692A}" dt="2025-02-13T13:14:30.703" v="1096"/>
          <ac:spMkLst>
            <pc:docMk/>
            <pc:sldMk cId="1675220258" sldId="304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24543-D117-4FAE-B2D8-BA38168DA83B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D16CBC-8DC5-4156-9E82-CF8406BBC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44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D16CBC-8DC5-4156-9E82-CF8406BBCF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35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C287-4024-9CBA-3794-F886E054F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7C1319-8247-0B75-CBD5-CDF65AFCD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F0F0A-7140-B50C-7DF6-EB43ACFC4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19A38-DFD8-408F-D49B-890370AE7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D16CBC-8DC5-4156-9E82-CF8406BBCF0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003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56331-E499-FD48-7B6A-0C18B67E4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A2764-9F55-5F9F-4973-CA7028E60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BF12A4-D72F-B8DA-4FD7-FCF729CFA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0BCF7-9A3C-911D-0E96-47A488B2EC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D16CBC-8DC5-4156-9E82-CF8406BBCF0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104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std::map,</a:t>
            </a:r>
            <a:r>
              <a:rPr kumimoji="1" lang="zh-CN" altLang="en-US" dirty="0"/>
              <a:t> </a:t>
            </a:r>
            <a:r>
              <a:rPr kumimoji="1" lang="en-US" altLang="zh-CN" dirty="0"/>
              <a:t>std::</a:t>
            </a:r>
            <a:r>
              <a:rPr kumimoji="1" lang="en-US" altLang="zh-CN" dirty="0" err="1"/>
              <a:t>unordered_map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6CBC-8DC5-4156-9E82-CF8406BBCF0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696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Yes;</a:t>
            </a:r>
          </a:p>
          <a:p>
            <a:r>
              <a:rPr kumimoji="1" lang="en-US" altLang="zh-CN" dirty="0"/>
              <a:t>NO,</a:t>
            </a:r>
            <a:r>
              <a:rPr kumimoji="1" lang="zh-CN" altLang="en-US" dirty="0"/>
              <a:t> </a:t>
            </a:r>
            <a:r>
              <a:rPr kumimoji="1" lang="en-US" altLang="zh-CN" dirty="0"/>
              <a:t>mapping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char</a:t>
            </a:r>
            <a:r>
              <a:rPr kumimoji="1" lang="zh-CN" altLang="en-US" dirty="0"/>
              <a:t> </a:t>
            </a:r>
            <a:r>
              <a:rPr kumimoji="1" lang="en-US" altLang="zh-CN" dirty="0"/>
              <a:t>array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many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r>
              <a:rPr kumimoji="1" lang="zh-CN" altLang="en-US" dirty="0"/>
              <a:t> </a:t>
            </a:r>
            <a:r>
              <a:rPr kumimoji="1" lang="en-US" altLang="zh-CN" dirty="0"/>
              <a:t>mapping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6CBC-8DC5-4156-9E82-CF8406BBCF0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41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00237-72D8-8F8B-43E1-7A1A2B692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957B67-DA57-BFA4-3FC0-96726378A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B49F61-251F-9646-6780-4F85DFC66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defineition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22A54E-8413-6B45-7A78-FDB004165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6CBC-8DC5-4156-9E82-CF8406BBCF0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791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zh-CN" dirty="0"/>
              <a:t>Open Addressing</a:t>
            </a:r>
          </a:p>
          <a:p>
            <a:pPr lvl="1"/>
            <a:r>
              <a:rPr lang="en-US" altLang="zh-CN" dirty="0"/>
              <a:t>Chaining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6CBC-8DC5-4156-9E82-CF8406BBCF0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657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6CBC-8DC5-4156-9E82-CF8406BBCF0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50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2690B-7D06-46FE-94B5-566ACCDEF74E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BF139-EB16-45F7-AA02-D50D33ACEEA8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19F07-A753-4261-BF3E-9441B8A17B22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48EF-EFA4-4D44-AE75-27789BC65F06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504D-101E-4444-9AC2-DFCC95FD0C58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218C7-8522-4F7A-A7B0-9CC705772B7C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02D35-8025-4B34-BC0D-FD4A78D50A3D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3380-AA6A-4EDD-829F-35712576EDC3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F5708-6485-411A-B3EC-0E7FB65ABFF8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272BB-AF87-4268-B5D9-1D57EAB0199B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4A79-010C-44FA-9A0B-9DE03A2AA585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ECEA5-3B35-4223-AE68-2550CCCB80A1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zypan24@cse.cuhk.edu.h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CSCI2520 Tutorial 3:</a:t>
            </a:r>
            <a:br>
              <a:rPr lang="en-US" dirty="0"/>
            </a:br>
            <a:r>
              <a:rPr lang="en-US" dirty="0" err="1"/>
              <a:t>Hashtable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2621D8B-A374-FD23-EC7E-5C07F5D638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Pan Zhenyu</a:t>
            </a:r>
          </a:p>
          <a:p>
            <a:r>
              <a:rPr lang="en-US" dirty="0">
                <a:hlinkClick r:id="rId3"/>
              </a:rPr>
              <a:t>zypan24@cse.cuhk.edu.hk</a:t>
            </a:r>
            <a:endParaRPr lang="en-US" dirty="0"/>
          </a:p>
          <a:p>
            <a:r>
              <a:rPr lang="en-US" dirty="0"/>
              <a:t>Slide Ack: modified based on the slides from Li Hui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080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9DB23-78F2-D147-B930-46C8D48A3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C6F797D-DE55-64F0-C329-98E19E80D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63" y="1340768"/>
            <a:ext cx="7773074" cy="470652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FF0FD86-EB5B-7EBD-73E8-6C00B29326E8}"/>
              </a:ext>
            </a:extLst>
          </p:cNvPr>
          <p:cNvSpPr txBox="1">
            <a:spLocks/>
          </p:cNvSpPr>
          <p:nvPr/>
        </p:nvSpPr>
        <p:spPr>
          <a:xfrm>
            <a:off x="3126668" y="239212"/>
            <a:ext cx="289066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Recap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006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98097-C1BD-68B5-AB4F-6D749195D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A612D36-43C5-8737-5C31-E05878C3FBBB}"/>
              </a:ext>
            </a:extLst>
          </p:cNvPr>
          <p:cNvSpPr txBox="1">
            <a:spLocks/>
          </p:cNvSpPr>
          <p:nvPr/>
        </p:nvSpPr>
        <p:spPr>
          <a:xfrm>
            <a:off x="3126668" y="239212"/>
            <a:ext cx="289066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5" name="图片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B941864A-AE7D-1891-B676-0024E61C6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273" y="476672"/>
            <a:ext cx="6197453" cy="580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89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Hashtable</a:t>
            </a:r>
            <a:endParaRPr lang="en-US" dirty="0"/>
          </a:p>
          <a:p>
            <a:r>
              <a:rPr lang="en-US" dirty="0"/>
              <a:t>Hash function</a:t>
            </a:r>
          </a:p>
          <a:p>
            <a:r>
              <a:rPr lang="en-US" altLang="zh-CN" dirty="0"/>
              <a:t>Collision</a:t>
            </a:r>
            <a:endParaRPr lang="en-US" dirty="0"/>
          </a:p>
          <a:p>
            <a:pPr lvl="1"/>
            <a:r>
              <a:rPr lang="en-US" dirty="0"/>
              <a:t>Open addressing</a:t>
            </a:r>
          </a:p>
          <a:p>
            <a:pPr lvl="1"/>
            <a:r>
              <a:rPr lang="en-US" dirty="0"/>
              <a:t>Chaining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833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Hashtable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Hashtable</a:t>
            </a:r>
            <a:r>
              <a:rPr lang="en-US" dirty="0"/>
              <a:t> is a data structure for implementing </a:t>
            </a:r>
            <a:r>
              <a:rPr lang="en-US" b="1" dirty="0"/>
              <a:t>dictionary</a:t>
            </a:r>
            <a:r>
              <a:rPr lang="en-US" dirty="0"/>
              <a:t> operations: insert, search, and delete. </a:t>
            </a:r>
          </a:p>
          <a:p>
            <a:r>
              <a:rPr lang="en-US" dirty="0"/>
              <a:t>A </a:t>
            </a:r>
            <a:r>
              <a:rPr lang="en-US" dirty="0" err="1"/>
              <a:t>hashtable</a:t>
            </a:r>
            <a:r>
              <a:rPr lang="en-US" dirty="0"/>
              <a:t> is a symbol table that applies a </a:t>
            </a:r>
            <a:r>
              <a:rPr lang="en-US" b="1" dirty="0"/>
              <a:t>hash function </a:t>
            </a:r>
            <a:r>
              <a:rPr lang="en-US" dirty="0"/>
              <a:t>on a given </a:t>
            </a:r>
            <a:r>
              <a:rPr lang="en-US" b="1" dirty="0"/>
              <a:t>key</a:t>
            </a:r>
            <a:r>
              <a:rPr lang="en-US" dirty="0"/>
              <a:t> to look up the corresponding </a:t>
            </a:r>
            <a:r>
              <a:rPr lang="en-US" b="1" dirty="0"/>
              <a:t>value</a:t>
            </a:r>
            <a:r>
              <a:rPr lang="en-US" dirty="0"/>
              <a:t> in the table</a:t>
            </a:r>
          </a:p>
          <a:p>
            <a:r>
              <a:rPr lang="en-US" dirty="0"/>
              <a:t>Fundamental operations include:</a:t>
            </a:r>
          </a:p>
          <a:p>
            <a:pPr lvl="1"/>
            <a:r>
              <a:rPr lang="en-US" b="1" dirty="0"/>
              <a:t>Insert</a:t>
            </a:r>
            <a:r>
              <a:rPr lang="en-US" dirty="0"/>
              <a:t>: insert a particular value for a specified key</a:t>
            </a:r>
          </a:p>
          <a:p>
            <a:pPr lvl="1"/>
            <a:r>
              <a:rPr lang="en-US" b="1" dirty="0"/>
              <a:t>Look up</a:t>
            </a:r>
            <a:r>
              <a:rPr lang="en-US" dirty="0"/>
              <a:t>: retrieve the corresponding value for a specified key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847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CN" dirty="0">
                    <a:ea typeface="SimSun" pitchFamily="2" charset="-122"/>
                  </a:rPr>
                  <a:t>The hash function transforms the key into the index (hash values, hash codes) of an element where the corresponding value</a:t>
                </a:r>
                <a:r>
                  <a:rPr lang="zh-CN" altLang="en-US" dirty="0">
                    <a:ea typeface="SimSun" pitchFamily="2" charset="-122"/>
                  </a:rPr>
                  <a:t> </a:t>
                </a:r>
                <a:r>
                  <a:rPr lang="en-US" altLang="zh-CN" dirty="0">
                    <a:ea typeface="SimSun" pitchFamily="2" charset="-122"/>
                  </a:rPr>
                  <a:t>(bucket) is to be stored</a:t>
                </a:r>
                <a:r>
                  <a:rPr lang="zh-CN" altLang="en-US" dirty="0">
                    <a:ea typeface="SimSun" pitchFamily="2" charset="-122"/>
                  </a:rPr>
                  <a:t> </a:t>
                </a:r>
                <a:r>
                  <a:rPr lang="en-US" altLang="zh-CN" dirty="0">
                    <a:ea typeface="SimSun" pitchFamily="2" charset="-122"/>
                  </a:rPr>
                  <a:t>/</a:t>
                </a:r>
                <a:r>
                  <a:rPr lang="zh-CN" altLang="en-US" dirty="0">
                    <a:ea typeface="SimSun" pitchFamily="2" charset="-122"/>
                  </a:rPr>
                  <a:t> </a:t>
                </a:r>
                <a:r>
                  <a:rPr lang="en-US" altLang="zh-CN" dirty="0">
                    <a:ea typeface="SimSun" pitchFamily="2" charset="-122"/>
                  </a:rPr>
                  <a:t>sought.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altLang="zh-CN" sz="2800" dirty="0"/>
                  <a:t>Key: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char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array.</a:t>
                </a:r>
                <a:r>
                  <a:rPr lang="zh-CN" altLang="en-US" sz="2800" dirty="0"/>
                  <a:t>   </a:t>
                </a:r>
                <a:r>
                  <a:rPr lang="en-US" altLang="zh-CN" sz="2800" dirty="0"/>
                  <a:t>Index: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integer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in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range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[0,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H_SIZE)</a:t>
                </a:r>
                <a:endParaRPr lang="en-US" sz="2800" dirty="0"/>
              </a:p>
              <a:p>
                <a:pPr marL="0" indent="0">
                  <a:buNone/>
                </a:pPr>
                <a:endParaRPr lang="en-US" altLang="zh-CN" sz="2800" dirty="0"/>
              </a:p>
              <a:p>
                <a:pPr marL="0" indent="0">
                  <a:buNone/>
                </a:pPr>
                <a:r>
                  <a:rPr lang="en-US" altLang="zh-CN" sz="2800" dirty="0"/>
                  <a:t>For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any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𝑘𝑒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𝑘𝑒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baseline="-25000" dirty="0"/>
                  <a:t>.    </a:t>
                </a:r>
              </a:p>
              <a:p>
                <a:pPr marL="0" indent="0">
                  <a:buNone/>
                </a:pPr>
                <a:r>
                  <a:rPr lang="en-US" sz="2800" baseline="-25000" dirty="0"/>
                  <a:t>Hash(</a:t>
                </a:r>
                <a:r>
                  <a:rPr lang="en-US" sz="2800" i="1" baseline="-25000" dirty="0"/>
                  <a:t>key1</a:t>
                </a:r>
                <a:r>
                  <a:rPr lang="en-US" sz="2800" baseline="-25000" dirty="0"/>
                  <a:t>) </a:t>
                </a:r>
                <a:r>
                  <a:rPr lang="en-US" altLang="zh-CN" sz="2800" baseline="-25000" dirty="0"/>
                  <a:t>!</a:t>
                </a:r>
                <a:r>
                  <a:rPr lang="en-US" sz="2800" baseline="-25000" dirty="0"/>
                  <a:t>= hash(</a:t>
                </a:r>
                <a:r>
                  <a:rPr lang="en-US" sz="2800" i="1" baseline="-25000" dirty="0"/>
                  <a:t>key2</a:t>
                </a:r>
                <a:r>
                  <a:rPr lang="en-US" sz="2800" baseline="-25000" dirty="0"/>
                  <a:t>)   </a:t>
                </a:r>
                <a:r>
                  <a:rPr lang="en-US" altLang="zh-CN" sz="2800" baseline="-25000" dirty="0"/>
                  <a:t>=&gt;</a:t>
                </a:r>
                <a:r>
                  <a:rPr lang="zh-CN" altLang="en-US" sz="2800" baseline="-25000" dirty="0"/>
                  <a:t>  </a:t>
                </a:r>
                <a:r>
                  <a:rPr lang="en-US" altLang="zh-CN" sz="2800" baseline="-25000" dirty="0"/>
                  <a:t>key1</a:t>
                </a:r>
                <a:r>
                  <a:rPr lang="zh-CN" altLang="en-US" sz="2800" baseline="-25000" dirty="0"/>
                  <a:t> </a:t>
                </a:r>
                <a:r>
                  <a:rPr lang="en-US" altLang="zh-CN" sz="2800" baseline="-25000" dirty="0"/>
                  <a:t>!=</a:t>
                </a:r>
                <a:r>
                  <a:rPr lang="zh-CN" altLang="en-US" sz="2800" baseline="-25000" dirty="0"/>
                  <a:t> </a:t>
                </a:r>
                <a:r>
                  <a:rPr lang="en-US" altLang="zh-CN" sz="2800" baseline="-25000" dirty="0"/>
                  <a:t>key2</a:t>
                </a:r>
                <a:r>
                  <a:rPr lang="zh-CN" altLang="en-US" sz="2800" baseline="-25000" dirty="0"/>
                  <a:t> </a:t>
                </a:r>
                <a:r>
                  <a:rPr lang="en-US" altLang="zh-CN" sz="2800" baseline="-25000" dirty="0"/>
                  <a:t> ?</a:t>
                </a:r>
                <a:r>
                  <a:rPr lang="zh-CN" altLang="en-US" sz="2800" baseline="-25000" dirty="0"/>
                  <a:t>    </a:t>
                </a:r>
                <a:endParaRPr lang="en-US" sz="2800" baseline="-25000" dirty="0"/>
              </a:p>
              <a:p>
                <a:pPr marL="0" indent="0">
                  <a:buNone/>
                </a:pPr>
                <a:r>
                  <a:rPr lang="en-US" altLang="zh-CN" sz="2800" baseline="-25000" dirty="0"/>
                  <a:t>Hash(</a:t>
                </a:r>
                <a:r>
                  <a:rPr lang="en-US" altLang="zh-CN" sz="2800" i="1" baseline="-25000" dirty="0"/>
                  <a:t>key1</a:t>
                </a:r>
                <a:r>
                  <a:rPr lang="en-US" altLang="zh-CN" sz="2800" baseline="-25000" dirty="0"/>
                  <a:t>) == hash(</a:t>
                </a:r>
                <a:r>
                  <a:rPr lang="en-US" altLang="zh-CN" sz="2800" i="1" baseline="-25000" dirty="0"/>
                  <a:t>key2</a:t>
                </a:r>
                <a:r>
                  <a:rPr lang="en-US" altLang="zh-CN" sz="2800" baseline="-25000" dirty="0"/>
                  <a:t>)  =&gt;</a:t>
                </a:r>
                <a:r>
                  <a:rPr lang="zh-CN" altLang="en-US" sz="2800" baseline="-25000" dirty="0"/>
                  <a:t>  </a:t>
                </a:r>
                <a:r>
                  <a:rPr lang="en-US" altLang="zh-CN" sz="2800" baseline="-25000" dirty="0"/>
                  <a:t>key1</a:t>
                </a:r>
                <a:r>
                  <a:rPr lang="zh-CN" altLang="en-US" sz="2800" baseline="-25000" dirty="0"/>
                  <a:t> </a:t>
                </a:r>
                <a:r>
                  <a:rPr lang="en-US" altLang="zh-CN" sz="2800" baseline="-25000" dirty="0"/>
                  <a:t>==</a:t>
                </a:r>
                <a:r>
                  <a:rPr lang="zh-CN" altLang="en-US" sz="2800" baseline="-25000" dirty="0"/>
                  <a:t> </a:t>
                </a:r>
                <a:r>
                  <a:rPr lang="en-US" altLang="zh-CN" sz="2800" baseline="-25000" dirty="0"/>
                  <a:t>key2</a:t>
                </a:r>
                <a:r>
                  <a:rPr lang="zh-CN" altLang="en-US" sz="2800" baseline="-25000" dirty="0"/>
                  <a:t> </a:t>
                </a:r>
                <a:r>
                  <a:rPr lang="en-US" altLang="zh-CN" sz="2800" baseline="-25000" dirty="0"/>
                  <a:t> ?</a:t>
                </a:r>
                <a:r>
                  <a:rPr lang="zh-CN" altLang="en-US" sz="2800" baseline="-25000" dirty="0"/>
                  <a:t>  </a:t>
                </a:r>
                <a:endParaRPr lang="en-US" altLang="zh-CN" sz="2800" baseline="-25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852" t="-3081" r="-2160" b="-14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A26217C8-A595-6D29-C409-0DC0B8781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5240" y="3429000"/>
            <a:ext cx="354456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b="1" dirty="0">
                <a:solidFill>
                  <a:srgbClr val="0000FF"/>
                </a:solidFill>
              </a:rPr>
              <a:t>Hash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en-US" altLang="zh-CN" i="1" dirty="0">
                <a:solidFill>
                  <a:srgbClr val="0000FF"/>
                </a:solidFill>
              </a:rPr>
              <a:t>key</a:t>
            </a:r>
            <a:r>
              <a:rPr lang="en-US" altLang="zh-TW" dirty="0">
                <a:solidFill>
                  <a:srgbClr val="0000FF"/>
                </a:solidFill>
              </a:rPr>
              <a:t>)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=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i="1" dirty="0">
                <a:solidFill>
                  <a:srgbClr val="0000FF"/>
                </a:solidFill>
              </a:rPr>
              <a:t>index</a:t>
            </a:r>
            <a:endParaRPr lang="en-US" altLang="zh-TW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080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5E1A5-3CA6-317B-B31A-3E056AFBB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4F0F6-C0F7-A8E9-9663-9B66EF686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Hashtable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70B19-251C-AFAF-6739-208B1CC7C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680" y="144115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very simple approach for </a:t>
            </a:r>
            <a:r>
              <a:rPr lang="en-US" dirty="0" err="1"/>
              <a:t>Hashtable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0FA3D3-D5D9-64AD-9B8C-871593102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pic>
        <p:nvPicPr>
          <p:cNvPr id="7" name="图片 6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87F7E5A5-0EE2-553C-3FB2-A5D95120A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581" y="2276872"/>
            <a:ext cx="6963797" cy="356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3C81F-5888-8EBD-60EA-CB01CC6AD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F940C-ED60-92EE-1BA3-4BE6EDD9A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0814F-BADB-750C-85E2-26B0C7E16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Properties of good hash function:</a:t>
            </a:r>
          </a:p>
          <a:p>
            <a:pPr lvl="1"/>
            <a:r>
              <a:rPr lang="en-US" dirty="0"/>
              <a:t>correct (produce a number within the range)</a:t>
            </a:r>
          </a:p>
          <a:p>
            <a:pPr lvl="1"/>
            <a:r>
              <a:rPr lang="en-US" dirty="0"/>
              <a:t>reduce the number of collisions</a:t>
            </a:r>
          </a:p>
          <a:p>
            <a:pPr lvl="1"/>
            <a:r>
              <a:rPr lang="en-US" dirty="0"/>
              <a:t>evenly distributes the keys into buckets</a:t>
            </a:r>
          </a:p>
          <a:p>
            <a:pPr lvl="1"/>
            <a:r>
              <a:rPr lang="en-US" dirty="0"/>
              <a:t>quick to compute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B347FA-A1B8-BF2C-BA65-6222CEE83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635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US" dirty="0"/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</p:spPr>
        <p:txBody>
          <a:bodyPr/>
          <a:lstStyle/>
          <a:p>
            <a:r>
              <a:rPr lang="en-US" sz="2800" dirty="0"/>
              <a:t>Discuss the pros and cons of the hash functions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7081E5A4-34E8-D0FE-8412-48DDBF10D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756" y="1719207"/>
            <a:ext cx="6228487" cy="463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797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in 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Collision: two keys may hash to the same slot</a:t>
            </a:r>
          </a:p>
          <a:p>
            <a:r>
              <a:rPr lang="en-US" dirty="0"/>
              <a:t>Handle Collision in Hashing</a:t>
            </a:r>
          </a:p>
          <a:p>
            <a:pPr lvl="1"/>
            <a:r>
              <a:rPr lang="en-US" dirty="0"/>
              <a:t>Open Addressing</a:t>
            </a:r>
          </a:p>
          <a:p>
            <a:pPr lvl="1"/>
            <a:r>
              <a:rPr lang="en-US" dirty="0"/>
              <a:t>Chaining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638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a collision occurs, alternate cells are tried until an empty cell is found</a:t>
            </a:r>
          </a:p>
          <a:p>
            <a:pPr lvl="1"/>
            <a:r>
              <a:rPr lang="en-US" altLang="zh-TW" sz="2400" dirty="0"/>
              <a:t>Let </a:t>
            </a:r>
            <a:r>
              <a:rPr lang="en-US" altLang="zh-TW" sz="2400" i="1" dirty="0">
                <a:solidFill>
                  <a:srgbClr val="0000FF"/>
                </a:solidFill>
              </a:rPr>
              <a:t>h</a:t>
            </a:r>
            <a:r>
              <a:rPr lang="en-US" altLang="zh-TW" sz="2400" baseline="-25000" dirty="0">
                <a:solidFill>
                  <a:srgbClr val="0000FF"/>
                </a:solidFill>
              </a:rPr>
              <a:t>0</a:t>
            </a:r>
            <a:r>
              <a:rPr lang="en-US" altLang="zh-TW" sz="2400" dirty="0"/>
              <a:t> = </a:t>
            </a:r>
            <a:r>
              <a:rPr lang="en-US" altLang="zh-TW" sz="2400" i="1" dirty="0">
                <a:solidFill>
                  <a:srgbClr val="0000FF"/>
                </a:solidFill>
              </a:rPr>
              <a:t>Hash</a:t>
            </a:r>
            <a:r>
              <a:rPr lang="en-US" altLang="zh-TW" sz="2400" dirty="0">
                <a:solidFill>
                  <a:srgbClr val="0000FF"/>
                </a:solidFill>
              </a:rPr>
              <a:t>(</a:t>
            </a:r>
            <a:r>
              <a:rPr lang="en-US" altLang="zh-TW" sz="2400" i="1" dirty="0">
                <a:solidFill>
                  <a:srgbClr val="0000FF"/>
                </a:solidFill>
              </a:rPr>
              <a:t>key</a:t>
            </a:r>
            <a:r>
              <a:rPr lang="en-US" altLang="zh-TW" sz="2400" dirty="0">
                <a:solidFill>
                  <a:srgbClr val="0000FF"/>
                </a:solidFill>
              </a:rPr>
              <a:t>)</a:t>
            </a:r>
          </a:p>
          <a:p>
            <a:pPr lvl="1"/>
            <a:r>
              <a:rPr lang="en-US" altLang="zh-TW" sz="2400" dirty="0"/>
              <a:t>If </a:t>
            </a:r>
            <a:r>
              <a:rPr lang="en-US" altLang="zh-TW" sz="2400" i="1" dirty="0">
                <a:solidFill>
                  <a:srgbClr val="0000FF"/>
                </a:solidFill>
              </a:rPr>
              <a:t>h</a:t>
            </a:r>
            <a:r>
              <a:rPr lang="en-US" altLang="zh-TW" sz="2400" baseline="-25000" dirty="0">
                <a:solidFill>
                  <a:srgbClr val="0000FF"/>
                </a:solidFill>
              </a:rPr>
              <a:t>0</a:t>
            </a:r>
            <a:r>
              <a:rPr lang="en-US" altLang="zh-TW" sz="2400" dirty="0"/>
              <a:t> collides,</a:t>
            </a:r>
          </a:p>
          <a:p>
            <a:pPr lvl="2"/>
            <a:r>
              <a:rPr lang="en-US" altLang="zh-TW" sz="2000" dirty="0"/>
              <a:t>probe </a:t>
            </a:r>
            <a:r>
              <a:rPr lang="en-US" altLang="zh-TW" sz="2000" i="1" dirty="0">
                <a:solidFill>
                  <a:srgbClr val="0000FF"/>
                </a:solidFill>
              </a:rPr>
              <a:t>h</a:t>
            </a:r>
            <a:r>
              <a:rPr lang="en-US" altLang="zh-TW" sz="2000" baseline="-25000" dirty="0">
                <a:solidFill>
                  <a:srgbClr val="0000FF"/>
                </a:solidFill>
              </a:rPr>
              <a:t>1</a:t>
            </a:r>
            <a:r>
              <a:rPr lang="en-US" altLang="zh-TW" sz="2000" dirty="0"/>
              <a:t> = </a:t>
            </a:r>
            <a:r>
              <a:rPr lang="en-US" altLang="zh-TW" sz="2000" dirty="0">
                <a:solidFill>
                  <a:srgbClr val="0000FF"/>
                </a:solidFill>
              </a:rPr>
              <a:t>(</a:t>
            </a:r>
            <a:r>
              <a:rPr lang="en-US" altLang="zh-TW" sz="2000" i="1" dirty="0">
                <a:solidFill>
                  <a:srgbClr val="0000FF"/>
                </a:solidFill>
              </a:rPr>
              <a:t>h</a:t>
            </a:r>
            <a:r>
              <a:rPr lang="en-US" altLang="zh-TW" sz="2000" baseline="-25000" dirty="0">
                <a:solidFill>
                  <a:srgbClr val="0000FF"/>
                </a:solidFill>
              </a:rPr>
              <a:t>0</a:t>
            </a:r>
            <a:r>
              <a:rPr lang="en-US" altLang="zh-TW" sz="2000" dirty="0">
                <a:solidFill>
                  <a:srgbClr val="0000FF"/>
                </a:solidFill>
              </a:rPr>
              <a:t> + </a:t>
            </a:r>
            <a:r>
              <a:rPr lang="en-US" altLang="zh-TW" sz="2000" i="1" dirty="0">
                <a:solidFill>
                  <a:srgbClr val="0000FF"/>
                </a:solidFill>
              </a:rPr>
              <a:t>F</a:t>
            </a:r>
            <a:r>
              <a:rPr lang="en-US" altLang="zh-TW" sz="2000" dirty="0">
                <a:solidFill>
                  <a:srgbClr val="0000FF"/>
                </a:solidFill>
              </a:rPr>
              <a:t>(1)) % </a:t>
            </a:r>
            <a:r>
              <a:rPr lang="en-US" altLang="zh-TW" sz="2000" i="1" dirty="0">
                <a:solidFill>
                  <a:srgbClr val="0000FF"/>
                </a:solidFill>
              </a:rPr>
              <a:t>H_SIZE</a:t>
            </a:r>
            <a:r>
              <a:rPr lang="en-US" altLang="zh-TW" sz="2000" dirty="0"/>
              <a:t>.</a:t>
            </a:r>
          </a:p>
          <a:p>
            <a:pPr lvl="1"/>
            <a:r>
              <a:rPr lang="en-US" altLang="zh-TW" sz="2400" dirty="0"/>
              <a:t>If </a:t>
            </a:r>
            <a:r>
              <a:rPr lang="en-US" altLang="zh-TW" sz="2400" i="1" dirty="0">
                <a:solidFill>
                  <a:srgbClr val="0000FF"/>
                </a:solidFill>
              </a:rPr>
              <a:t>h</a:t>
            </a:r>
            <a:r>
              <a:rPr lang="en-US" altLang="zh-TW" sz="2400" baseline="-25000" dirty="0">
                <a:solidFill>
                  <a:srgbClr val="0000FF"/>
                </a:solidFill>
              </a:rPr>
              <a:t>1</a:t>
            </a:r>
            <a:r>
              <a:rPr lang="en-US" altLang="zh-TW" sz="2400" dirty="0"/>
              <a:t> collides,</a:t>
            </a:r>
          </a:p>
          <a:p>
            <a:pPr lvl="2"/>
            <a:r>
              <a:rPr lang="en-US" altLang="zh-TW" sz="2000" dirty="0"/>
              <a:t>probe </a:t>
            </a:r>
            <a:r>
              <a:rPr lang="en-US" altLang="zh-TW" sz="2000" i="1" dirty="0">
                <a:solidFill>
                  <a:srgbClr val="0000FF"/>
                </a:solidFill>
              </a:rPr>
              <a:t>h</a:t>
            </a:r>
            <a:r>
              <a:rPr lang="en-US" altLang="zh-TW" sz="2000" baseline="-25000" dirty="0">
                <a:solidFill>
                  <a:srgbClr val="0000FF"/>
                </a:solidFill>
              </a:rPr>
              <a:t>2</a:t>
            </a:r>
            <a:r>
              <a:rPr lang="en-US" altLang="zh-TW" sz="2000" dirty="0"/>
              <a:t> = </a:t>
            </a:r>
            <a:r>
              <a:rPr lang="en-US" altLang="zh-TW" sz="2000" dirty="0">
                <a:solidFill>
                  <a:srgbClr val="0000FF"/>
                </a:solidFill>
              </a:rPr>
              <a:t>(</a:t>
            </a:r>
            <a:r>
              <a:rPr lang="en-US" altLang="zh-TW" sz="2000" i="1" dirty="0">
                <a:solidFill>
                  <a:srgbClr val="0000FF"/>
                </a:solidFill>
              </a:rPr>
              <a:t>h</a:t>
            </a:r>
            <a:r>
              <a:rPr lang="en-US" altLang="zh-TW" sz="2000" baseline="-25000" dirty="0">
                <a:solidFill>
                  <a:srgbClr val="0000FF"/>
                </a:solidFill>
              </a:rPr>
              <a:t>0</a:t>
            </a:r>
            <a:r>
              <a:rPr lang="en-US" altLang="zh-TW" sz="2000" dirty="0">
                <a:solidFill>
                  <a:srgbClr val="0000FF"/>
                </a:solidFill>
              </a:rPr>
              <a:t> + </a:t>
            </a:r>
            <a:r>
              <a:rPr lang="en-US" altLang="zh-TW" sz="2000" i="1" dirty="0">
                <a:solidFill>
                  <a:srgbClr val="0000FF"/>
                </a:solidFill>
              </a:rPr>
              <a:t>F</a:t>
            </a:r>
            <a:r>
              <a:rPr lang="en-US" altLang="zh-TW" sz="2000" dirty="0">
                <a:solidFill>
                  <a:srgbClr val="0000FF"/>
                </a:solidFill>
              </a:rPr>
              <a:t>(2)) % </a:t>
            </a:r>
            <a:r>
              <a:rPr lang="en-US" altLang="zh-TW" sz="2000" i="1" dirty="0">
                <a:solidFill>
                  <a:srgbClr val="0000FF"/>
                </a:solidFill>
              </a:rPr>
              <a:t>H_SIZE</a:t>
            </a:r>
            <a:r>
              <a:rPr lang="en-US" altLang="zh-TW" sz="2000" dirty="0"/>
              <a:t>.</a:t>
            </a:r>
          </a:p>
          <a:p>
            <a:pPr lvl="1"/>
            <a:r>
              <a:rPr lang="en-US" altLang="zh-TW" sz="2400" dirty="0"/>
              <a:t>If </a:t>
            </a:r>
            <a:r>
              <a:rPr lang="en-US" altLang="zh-TW" sz="2400" i="1" dirty="0">
                <a:solidFill>
                  <a:srgbClr val="0000FF"/>
                </a:solidFill>
              </a:rPr>
              <a:t>h</a:t>
            </a:r>
            <a:r>
              <a:rPr lang="en-US" altLang="zh-TW" sz="2400" baseline="-25000" dirty="0">
                <a:solidFill>
                  <a:srgbClr val="0000FF"/>
                </a:solidFill>
              </a:rPr>
              <a:t>2</a:t>
            </a:r>
            <a:r>
              <a:rPr lang="en-US" altLang="zh-TW" sz="2400" dirty="0"/>
              <a:t> collides,</a:t>
            </a:r>
          </a:p>
          <a:p>
            <a:pPr lvl="2"/>
            <a:r>
              <a:rPr lang="en-US" altLang="zh-TW" sz="2000" dirty="0"/>
              <a:t>probe </a:t>
            </a:r>
            <a:r>
              <a:rPr lang="en-US" altLang="zh-TW" sz="2000" i="1" dirty="0">
                <a:solidFill>
                  <a:srgbClr val="0000FF"/>
                </a:solidFill>
              </a:rPr>
              <a:t>h</a:t>
            </a:r>
            <a:r>
              <a:rPr lang="en-US" altLang="zh-TW" sz="2000" baseline="-25000" dirty="0">
                <a:solidFill>
                  <a:srgbClr val="0000FF"/>
                </a:solidFill>
              </a:rPr>
              <a:t>3</a:t>
            </a:r>
            <a:r>
              <a:rPr lang="en-US" altLang="zh-TW" sz="2000" dirty="0"/>
              <a:t> = </a:t>
            </a:r>
            <a:r>
              <a:rPr lang="en-US" altLang="zh-TW" sz="2000" dirty="0">
                <a:solidFill>
                  <a:srgbClr val="0000FF"/>
                </a:solidFill>
              </a:rPr>
              <a:t>(</a:t>
            </a:r>
            <a:r>
              <a:rPr lang="en-US" altLang="zh-TW" sz="2000" i="1" dirty="0">
                <a:solidFill>
                  <a:srgbClr val="0000FF"/>
                </a:solidFill>
              </a:rPr>
              <a:t>h</a:t>
            </a:r>
            <a:r>
              <a:rPr lang="en-US" altLang="zh-TW" sz="2000" baseline="-25000" dirty="0">
                <a:solidFill>
                  <a:srgbClr val="0000FF"/>
                </a:solidFill>
              </a:rPr>
              <a:t>0</a:t>
            </a:r>
            <a:r>
              <a:rPr lang="en-US" altLang="zh-TW" sz="2000" dirty="0">
                <a:solidFill>
                  <a:srgbClr val="0000FF"/>
                </a:solidFill>
              </a:rPr>
              <a:t> + </a:t>
            </a:r>
            <a:r>
              <a:rPr lang="en-US" altLang="zh-TW" sz="2000" i="1" dirty="0">
                <a:solidFill>
                  <a:srgbClr val="0000FF"/>
                </a:solidFill>
              </a:rPr>
              <a:t>F</a:t>
            </a:r>
            <a:r>
              <a:rPr lang="en-US" altLang="zh-TW" sz="2000" dirty="0">
                <a:solidFill>
                  <a:srgbClr val="0000FF"/>
                </a:solidFill>
              </a:rPr>
              <a:t>(3)) % </a:t>
            </a:r>
            <a:r>
              <a:rPr lang="en-US" altLang="zh-TW" sz="2000" i="1" dirty="0">
                <a:solidFill>
                  <a:srgbClr val="0000FF"/>
                </a:solidFill>
              </a:rPr>
              <a:t>H_SIZE</a:t>
            </a:r>
            <a:r>
              <a:rPr lang="en-US" altLang="zh-TW" sz="2000" dirty="0"/>
              <a:t>.</a:t>
            </a:r>
          </a:p>
          <a:p>
            <a:pPr lvl="1"/>
            <a:r>
              <a:rPr lang="en-US" altLang="zh-TW" sz="2400" dirty="0"/>
              <a:t>…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981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Linear probing is a collision resolution method using F(</a:t>
            </a:r>
            <a:r>
              <a:rPr lang="en-US" dirty="0" err="1"/>
              <a:t>i</a:t>
            </a:r>
            <a:r>
              <a:rPr lang="en-US" dirty="0"/>
              <a:t>)=</a:t>
            </a:r>
            <a:r>
              <a:rPr lang="en-US" dirty="0" err="1"/>
              <a:t>i</a:t>
            </a:r>
            <a:r>
              <a:rPr lang="en-US" dirty="0"/>
              <a:t> (sequential search).</a:t>
            </a:r>
          </a:p>
          <a:p>
            <a:pPr lvl="1">
              <a:lnSpc>
                <a:spcPct val="90000"/>
              </a:lnSpc>
            </a:pPr>
            <a:r>
              <a:rPr lang="en-US" altLang="zh-TW" sz="2400" dirty="0"/>
              <a:t>Probe </a:t>
            </a:r>
            <a:r>
              <a:rPr lang="en-US" altLang="zh-TW" sz="2400" i="1" dirty="0">
                <a:solidFill>
                  <a:srgbClr val="0000FF"/>
                </a:solidFill>
              </a:rPr>
              <a:t>h</a:t>
            </a:r>
            <a:r>
              <a:rPr lang="en-US" altLang="zh-TW" sz="2400" baseline="-25000" dirty="0">
                <a:solidFill>
                  <a:srgbClr val="0000FF"/>
                </a:solidFill>
              </a:rPr>
              <a:t>0</a:t>
            </a:r>
            <a:r>
              <a:rPr lang="en-US" altLang="zh-TW" sz="2400" dirty="0"/>
              <a:t> = </a:t>
            </a:r>
            <a:r>
              <a:rPr lang="en-US" altLang="zh-TW" sz="2400" i="1" dirty="0">
                <a:solidFill>
                  <a:srgbClr val="0000FF"/>
                </a:solidFill>
              </a:rPr>
              <a:t>Hash</a:t>
            </a:r>
            <a:r>
              <a:rPr lang="en-US" altLang="zh-TW" sz="2400" dirty="0">
                <a:solidFill>
                  <a:srgbClr val="0000FF"/>
                </a:solidFill>
              </a:rPr>
              <a:t>(</a:t>
            </a:r>
            <a:r>
              <a:rPr lang="en-US" altLang="zh-TW" sz="2400" i="1" dirty="0">
                <a:solidFill>
                  <a:srgbClr val="0000FF"/>
                </a:solidFill>
              </a:rPr>
              <a:t>key</a:t>
            </a:r>
            <a:r>
              <a:rPr lang="en-US" altLang="zh-TW" sz="2400" dirty="0">
                <a:solidFill>
                  <a:srgbClr val="0000FF"/>
                </a:solidFill>
              </a:rPr>
              <a:t>)</a:t>
            </a:r>
            <a:r>
              <a:rPr lang="en-US" altLang="zh-TW" sz="24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zh-TW" sz="2400" dirty="0"/>
              <a:t>Probe </a:t>
            </a:r>
            <a:r>
              <a:rPr lang="en-US" altLang="zh-TW" sz="2400" i="1" dirty="0">
                <a:solidFill>
                  <a:srgbClr val="0000FF"/>
                </a:solidFill>
              </a:rPr>
              <a:t>h</a:t>
            </a:r>
            <a:r>
              <a:rPr lang="en-US" altLang="zh-TW" sz="2400" baseline="-25000" dirty="0">
                <a:solidFill>
                  <a:srgbClr val="0000FF"/>
                </a:solidFill>
              </a:rPr>
              <a:t>1</a:t>
            </a:r>
            <a:r>
              <a:rPr lang="en-US" altLang="zh-TW" sz="2400" dirty="0"/>
              <a:t> = </a:t>
            </a:r>
            <a:r>
              <a:rPr lang="en-US" altLang="zh-TW" sz="2400" dirty="0">
                <a:solidFill>
                  <a:srgbClr val="0000FF"/>
                </a:solidFill>
              </a:rPr>
              <a:t>(</a:t>
            </a:r>
            <a:r>
              <a:rPr lang="en-US" altLang="zh-TW" sz="2400" i="1" dirty="0">
                <a:solidFill>
                  <a:srgbClr val="0000FF"/>
                </a:solidFill>
              </a:rPr>
              <a:t>h</a:t>
            </a:r>
            <a:r>
              <a:rPr lang="en-US" altLang="zh-TW" sz="2400" baseline="-25000" dirty="0">
                <a:solidFill>
                  <a:srgbClr val="0000FF"/>
                </a:solidFill>
              </a:rPr>
              <a:t>0</a:t>
            </a:r>
            <a:r>
              <a:rPr lang="en-US" altLang="zh-TW" sz="2400" dirty="0">
                <a:solidFill>
                  <a:srgbClr val="0000FF"/>
                </a:solidFill>
              </a:rPr>
              <a:t> + 1) % </a:t>
            </a:r>
            <a:r>
              <a:rPr lang="en-US" altLang="zh-TW" sz="2400" i="1" dirty="0">
                <a:solidFill>
                  <a:srgbClr val="0000FF"/>
                </a:solidFill>
              </a:rPr>
              <a:t>H_SIZE</a:t>
            </a:r>
            <a:r>
              <a:rPr lang="en-US" altLang="zh-TW" sz="24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zh-TW" sz="2400" dirty="0"/>
              <a:t>Probe </a:t>
            </a:r>
            <a:r>
              <a:rPr lang="en-US" altLang="zh-TW" sz="2400" i="1" dirty="0">
                <a:solidFill>
                  <a:srgbClr val="0000FF"/>
                </a:solidFill>
              </a:rPr>
              <a:t>h</a:t>
            </a:r>
            <a:r>
              <a:rPr lang="en-US" altLang="zh-TW" sz="2400" baseline="-25000" dirty="0">
                <a:solidFill>
                  <a:srgbClr val="0000FF"/>
                </a:solidFill>
              </a:rPr>
              <a:t>2</a:t>
            </a:r>
            <a:r>
              <a:rPr lang="en-US" altLang="zh-TW" sz="2400" dirty="0"/>
              <a:t> = </a:t>
            </a:r>
            <a:r>
              <a:rPr lang="en-US" altLang="zh-TW" sz="2400" dirty="0">
                <a:solidFill>
                  <a:srgbClr val="0000FF"/>
                </a:solidFill>
              </a:rPr>
              <a:t>(</a:t>
            </a:r>
            <a:r>
              <a:rPr lang="en-US" altLang="zh-TW" sz="2400" i="1" dirty="0">
                <a:solidFill>
                  <a:srgbClr val="0000FF"/>
                </a:solidFill>
              </a:rPr>
              <a:t>h</a:t>
            </a:r>
            <a:r>
              <a:rPr lang="en-US" altLang="zh-TW" sz="2400" baseline="-25000" dirty="0">
                <a:solidFill>
                  <a:srgbClr val="0000FF"/>
                </a:solidFill>
              </a:rPr>
              <a:t>0</a:t>
            </a:r>
            <a:r>
              <a:rPr lang="en-US" altLang="zh-TW" sz="2400" dirty="0">
                <a:solidFill>
                  <a:srgbClr val="0000FF"/>
                </a:solidFill>
              </a:rPr>
              <a:t> + 2) % </a:t>
            </a:r>
            <a:r>
              <a:rPr lang="en-US" altLang="zh-TW" sz="2400" i="1" dirty="0">
                <a:solidFill>
                  <a:srgbClr val="0000FF"/>
                </a:solidFill>
              </a:rPr>
              <a:t>H_SIZE</a:t>
            </a:r>
            <a:r>
              <a:rPr lang="en-US" altLang="zh-TW" sz="24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zh-TW" sz="2400" dirty="0"/>
              <a:t>Probe </a:t>
            </a:r>
            <a:r>
              <a:rPr lang="en-US" altLang="zh-TW" sz="2400" i="1" dirty="0">
                <a:solidFill>
                  <a:srgbClr val="0000FF"/>
                </a:solidFill>
              </a:rPr>
              <a:t>h</a:t>
            </a:r>
            <a:r>
              <a:rPr lang="en-US" altLang="zh-TW" sz="2400" baseline="-25000" dirty="0">
                <a:solidFill>
                  <a:srgbClr val="0000FF"/>
                </a:solidFill>
              </a:rPr>
              <a:t>3</a:t>
            </a:r>
            <a:r>
              <a:rPr lang="en-US" altLang="zh-TW" sz="2400" dirty="0"/>
              <a:t> = </a:t>
            </a:r>
            <a:r>
              <a:rPr lang="en-US" altLang="zh-TW" sz="2400" dirty="0">
                <a:solidFill>
                  <a:srgbClr val="0000FF"/>
                </a:solidFill>
              </a:rPr>
              <a:t>(</a:t>
            </a:r>
            <a:r>
              <a:rPr lang="en-US" altLang="zh-TW" sz="2400" i="1" dirty="0">
                <a:solidFill>
                  <a:srgbClr val="0000FF"/>
                </a:solidFill>
              </a:rPr>
              <a:t>h</a:t>
            </a:r>
            <a:r>
              <a:rPr lang="en-US" altLang="zh-TW" sz="2400" baseline="-25000" dirty="0">
                <a:solidFill>
                  <a:srgbClr val="0000FF"/>
                </a:solidFill>
              </a:rPr>
              <a:t>0</a:t>
            </a:r>
            <a:r>
              <a:rPr lang="en-US" altLang="zh-TW" sz="2400" dirty="0">
                <a:solidFill>
                  <a:srgbClr val="0000FF"/>
                </a:solidFill>
              </a:rPr>
              <a:t> + 3) % </a:t>
            </a:r>
            <a:r>
              <a:rPr lang="en-US" altLang="zh-TW" sz="2400" i="1" dirty="0">
                <a:solidFill>
                  <a:srgbClr val="0000FF"/>
                </a:solidFill>
              </a:rPr>
              <a:t>H_SIZE</a:t>
            </a:r>
            <a:r>
              <a:rPr lang="en-US" altLang="zh-TW" sz="24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zh-TW" sz="2400" dirty="0"/>
              <a:t>…</a:t>
            </a:r>
          </a:p>
          <a:p>
            <a:pPr lvl="1">
              <a:lnSpc>
                <a:spcPct val="90000"/>
              </a:lnSpc>
            </a:pPr>
            <a:r>
              <a:rPr lang="en-US" altLang="zh-TW" sz="2400" dirty="0"/>
              <a:t>Until </a:t>
            </a:r>
            <a:r>
              <a:rPr lang="en-US" altLang="zh-TW" sz="2400" i="1" dirty="0">
                <a:solidFill>
                  <a:srgbClr val="FF0000"/>
                </a:solidFill>
              </a:rPr>
              <a:t>an empty bucket is found</a:t>
            </a:r>
            <a:r>
              <a:rPr lang="en-US" altLang="zh-TW" sz="24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zh-TW" sz="2400" dirty="0"/>
              <a:t>Insert the entry at the empty bucket.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154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363272" cy="4525963"/>
              </a:xfrm>
            </p:spPr>
            <p:txBody>
              <a:bodyPr/>
              <a:lstStyle/>
              <a:p>
                <a:r>
                  <a:rPr lang="en-US" dirty="0"/>
                  <a:t>Given a hash table of size 10, indexed with 0, 1, …, 9. The hash function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h𝑎𝑠h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% 10</m:t>
                    </m:r>
                  </m:oMath>
                </a14:m>
                <a:r>
                  <a:rPr lang="en-US" dirty="0"/>
                  <a:t>. A list of entries, {89, 18, 49, 58, 69}, enter the table. Using </a:t>
                </a:r>
                <a:r>
                  <a:rPr lang="en-US" b="1" dirty="0"/>
                  <a:t>linear probing </a:t>
                </a:r>
                <a:r>
                  <a:rPr lang="en-US" dirty="0"/>
                  <a:t>to handle collision, what is the result of the hash table?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363272" cy="4525963"/>
              </a:xfrm>
              <a:blipFill>
                <a:blip r:embed="rId2"/>
                <a:stretch>
                  <a:fillRect l="-1821" t="-1681" r="-22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500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Solution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graphicFrame>
        <p:nvGraphicFramePr>
          <p:cNvPr id="5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5337857"/>
              </p:ext>
            </p:extLst>
          </p:nvPr>
        </p:nvGraphicFramePr>
        <p:xfrm>
          <a:off x="3200400" y="1371600"/>
          <a:ext cx="2286000" cy="502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Bucket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559114C-E49F-1AED-CB61-BE6AC648DC73}"/>
                  </a:ext>
                </a:extLst>
              </p:cNvPr>
              <p:cNvSpPr txBox="1"/>
              <p:nvPr/>
            </p:nvSpPr>
            <p:spPr>
              <a:xfrm>
                <a:off x="-684584" y="1988840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h𝑎𝑠h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altLang="zh-CN" i="1" dirty="0" err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% 10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559114C-E49F-1AED-CB61-BE6AC648D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4584" y="1988840"/>
                <a:ext cx="4572000" cy="369332"/>
              </a:xfrm>
              <a:prstGeom prst="rect">
                <a:avLst/>
              </a:prstGeom>
              <a:blipFill>
                <a:blip r:embed="rId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5CAF559B-28CA-E308-6210-B24EEDCC7222}"/>
              </a:ext>
            </a:extLst>
          </p:cNvPr>
          <p:cNvSpPr txBox="1"/>
          <p:nvPr/>
        </p:nvSpPr>
        <p:spPr>
          <a:xfrm>
            <a:off x="665480" y="2538224"/>
            <a:ext cx="210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{89, 18, 49, 58, 69}, 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16AEB9-C06F-7F50-4083-1BF2FB9FED17}"/>
              </a:ext>
            </a:extLst>
          </p:cNvPr>
          <p:cNvSpPr txBox="1"/>
          <p:nvPr/>
        </p:nvSpPr>
        <p:spPr>
          <a:xfrm>
            <a:off x="1259632" y="3031604"/>
            <a:ext cx="491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F(</a:t>
            </a:r>
            <a:r>
              <a:rPr lang="en-US" altLang="zh-CN" dirty="0" err="1"/>
              <a:t>i</a:t>
            </a:r>
            <a:r>
              <a:rPr lang="en-US" altLang="zh-CN" dirty="0"/>
              <a:t>)=</a:t>
            </a:r>
            <a:r>
              <a:rPr lang="en-US" altLang="zh-CN" dirty="0" err="1"/>
              <a:t>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3594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C9F3E-2E41-F739-665F-3C545C572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35BE8-8861-6CEC-ACA7-A4083C29C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Solution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685722-728C-4EE8-562A-EE133BD68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3DFD39FA-2BDA-7BAA-9B14-6C4DEDCF598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200400" y="1371600"/>
          <a:ext cx="2286000" cy="502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Bucket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3D44E4D-8E0E-C3C5-20C4-06E80414FEEE}"/>
                  </a:ext>
                </a:extLst>
              </p:cNvPr>
              <p:cNvSpPr txBox="1"/>
              <p:nvPr/>
            </p:nvSpPr>
            <p:spPr>
              <a:xfrm>
                <a:off x="-684584" y="1988840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h𝑎𝑠h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altLang="zh-CN" i="1" dirty="0" err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% 10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3D44E4D-8E0E-C3C5-20C4-06E80414F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4584" y="1988840"/>
                <a:ext cx="4572000" cy="369332"/>
              </a:xfrm>
              <a:prstGeom prst="rect">
                <a:avLst/>
              </a:prstGeom>
              <a:blipFill>
                <a:blip r:embed="rId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FBCA605-0B11-137B-487E-BF171546F384}"/>
              </a:ext>
            </a:extLst>
          </p:cNvPr>
          <p:cNvSpPr txBox="1"/>
          <p:nvPr/>
        </p:nvSpPr>
        <p:spPr>
          <a:xfrm>
            <a:off x="665480" y="2538224"/>
            <a:ext cx="210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{89, 18, 49, 58, 69}, 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FA0FDF-0B02-CF40-8072-7372EB23BFED}"/>
              </a:ext>
            </a:extLst>
          </p:cNvPr>
          <p:cNvSpPr txBox="1"/>
          <p:nvPr/>
        </p:nvSpPr>
        <p:spPr>
          <a:xfrm>
            <a:off x="1259632" y="3031604"/>
            <a:ext cx="491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F(</a:t>
            </a:r>
            <a:r>
              <a:rPr lang="en-US" altLang="zh-CN" dirty="0" err="1"/>
              <a:t>i</a:t>
            </a:r>
            <a:r>
              <a:rPr lang="en-US" altLang="zh-CN" dirty="0"/>
              <a:t>)=</a:t>
            </a:r>
            <a:r>
              <a:rPr lang="en-US" altLang="zh-CN" dirty="0" err="1"/>
              <a:t>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069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Quadratic probing is a collision resolution method that eliminates the primary clustering problem of linear probing. The popular choice is F(</a:t>
            </a:r>
            <a:r>
              <a:rPr lang="en-US" dirty="0" err="1"/>
              <a:t>i</a:t>
            </a:r>
            <a:r>
              <a:rPr lang="en-US" dirty="0"/>
              <a:t>)=i</a:t>
            </a:r>
            <a:r>
              <a:rPr lang="en-US" baseline="30000" dirty="0"/>
              <a:t>2</a:t>
            </a:r>
            <a:r>
              <a:rPr lang="en-US" dirty="0"/>
              <a:t>.</a:t>
            </a:r>
          </a:p>
          <a:p>
            <a:pPr lvl="1">
              <a:lnSpc>
                <a:spcPct val="95000"/>
              </a:lnSpc>
            </a:pPr>
            <a:r>
              <a:rPr lang="en-US" altLang="zh-TW" dirty="0"/>
              <a:t>Probe </a:t>
            </a:r>
            <a:r>
              <a:rPr lang="en-US" altLang="zh-TW" i="1" dirty="0">
                <a:solidFill>
                  <a:srgbClr val="0000FF"/>
                </a:solidFill>
              </a:rPr>
              <a:t>h</a:t>
            </a:r>
            <a:r>
              <a:rPr lang="en-US" altLang="zh-TW" baseline="-25000" dirty="0">
                <a:solidFill>
                  <a:srgbClr val="0000FF"/>
                </a:solidFill>
              </a:rPr>
              <a:t>0</a:t>
            </a:r>
            <a:r>
              <a:rPr lang="en-US" altLang="zh-TW" dirty="0"/>
              <a:t> = </a:t>
            </a:r>
            <a:r>
              <a:rPr lang="en-US" altLang="zh-TW" i="1" dirty="0">
                <a:solidFill>
                  <a:srgbClr val="0000FF"/>
                </a:solidFill>
              </a:rPr>
              <a:t>Hash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en-US" altLang="zh-TW" i="1" dirty="0">
                <a:solidFill>
                  <a:srgbClr val="0000FF"/>
                </a:solidFill>
              </a:rPr>
              <a:t>key</a:t>
            </a:r>
            <a:r>
              <a:rPr lang="en-US" altLang="zh-TW" dirty="0">
                <a:solidFill>
                  <a:srgbClr val="0000FF"/>
                </a:solidFill>
              </a:rPr>
              <a:t>)</a:t>
            </a:r>
            <a:r>
              <a:rPr lang="en-US" altLang="zh-TW" dirty="0"/>
              <a:t>.</a:t>
            </a:r>
          </a:p>
          <a:p>
            <a:pPr lvl="1">
              <a:lnSpc>
                <a:spcPct val="95000"/>
              </a:lnSpc>
            </a:pPr>
            <a:r>
              <a:rPr lang="en-US" altLang="zh-TW" dirty="0"/>
              <a:t>Probe </a:t>
            </a:r>
            <a:r>
              <a:rPr lang="en-US" altLang="zh-TW" i="1" dirty="0">
                <a:solidFill>
                  <a:srgbClr val="0000FF"/>
                </a:solidFill>
              </a:rPr>
              <a:t>h</a:t>
            </a:r>
            <a:r>
              <a:rPr lang="en-US" altLang="zh-TW" baseline="-25000" dirty="0">
                <a:solidFill>
                  <a:srgbClr val="0000FF"/>
                </a:solidFill>
              </a:rPr>
              <a:t>1</a:t>
            </a:r>
            <a:r>
              <a:rPr lang="en-US" altLang="zh-TW" dirty="0"/>
              <a:t> = 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en-US" altLang="zh-TW" i="1" dirty="0">
                <a:solidFill>
                  <a:srgbClr val="0000FF"/>
                </a:solidFill>
              </a:rPr>
              <a:t>h</a:t>
            </a:r>
            <a:r>
              <a:rPr lang="en-US" altLang="zh-TW" baseline="-25000" dirty="0">
                <a:solidFill>
                  <a:srgbClr val="0000FF"/>
                </a:solidFill>
              </a:rPr>
              <a:t>0</a:t>
            </a:r>
            <a:r>
              <a:rPr lang="en-US" altLang="zh-TW" dirty="0">
                <a:solidFill>
                  <a:srgbClr val="0000FF"/>
                </a:solidFill>
              </a:rPr>
              <a:t> + 1) % </a:t>
            </a:r>
            <a:r>
              <a:rPr lang="en-US" altLang="zh-CN" i="1" dirty="0">
                <a:solidFill>
                  <a:srgbClr val="0000FF"/>
                </a:solidFill>
              </a:rPr>
              <a:t>H_SIZE</a:t>
            </a:r>
            <a:r>
              <a:rPr lang="en-US" altLang="zh-TW" dirty="0"/>
              <a:t>.</a:t>
            </a:r>
          </a:p>
          <a:p>
            <a:pPr lvl="1">
              <a:lnSpc>
                <a:spcPct val="95000"/>
              </a:lnSpc>
            </a:pPr>
            <a:r>
              <a:rPr lang="en-US" altLang="zh-TW" dirty="0"/>
              <a:t>Probe </a:t>
            </a:r>
            <a:r>
              <a:rPr lang="en-US" altLang="zh-TW" i="1" dirty="0">
                <a:solidFill>
                  <a:srgbClr val="0000FF"/>
                </a:solidFill>
              </a:rPr>
              <a:t>h</a:t>
            </a:r>
            <a:r>
              <a:rPr lang="en-US" altLang="zh-TW" baseline="-25000" dirty="0">
                <a:solidFill>
                  <a:srgbClr val="0000FF"/>
                </a:solidFill>
              </a:rPr>
              <a:t>2</a:t>
            </a:r>
            <a:r>
              <a:rPr lang="en-US" altLang="zh-TW" dirty="0"/>
              <a:t> = 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en-US" altLang="zh-TW" i="1" dirty="0">
                <a:solidFill>
                  <a:srgbClr val="0000FF"/>
                </a:solidFill>
              </a:rPr>
              <a:t>h</a:t>
            </a:r>
            <a:r>
              <a:rPr lang="en-US" altLang="zh-TW" baseline="-25000" dirty="0">
                <a:solidFill>
                  <a:srgbClr val="0000FF"/>
                </a:solidFill>
              </a:rPr>
              <a:t>0</a:t>
            </a:r>
            <a:r>
              <a:rPr lang="en-US" altLang="zh-TW" dirty="0">
                <a:solidFill>
                  <a:srgbClr val="0000FF"/>
                </a:solidFill>
              </a:rPr>
              <a:t> + 4) % </a:t>
            </a:r>
            <a:r>
              <a:rPr lang="en-US" altLang="zh-CN" i="1" dirty="0">
                <a:solidFill>
                  <a:srgbClr val="0000FF"/>
                </a:solidFill>
              </a:rPr>
              <a:t>H_SIZE</a:t>
            </a:r>
            <a:r>
              <a:rPr lang="en-US" altLang="zh-TW" dirty="0"/>
              <a:t>.</a:t>
            </a:r>
          </a:p>
          <a:p>
            <a:pPr lvl="1">
              <a:lnSpc>
                <a:spcPct val="95000"/>
              </a:lnSpc>
            </a:pPr>
            <a:r>
              <a:rPr lang="en-US" altLang="zh-TW" dirty="0"/>
              <a:t>Probe </a:t>
            </a:r>
            <a:r>
              <a:rPr lang="en-US" altLang="zh-TW" i="1" dirty="0">
                <a:solidFill>
                  <a:srgbClr val="0000FF"/>
                </a:solidFill>
              </a:rPr>
              <a:t>h</a:t>
            </a:r>
            <a:r>
              <a:rPr lang="en-US" altLang="zh-TW" baseline="-25000" dirty="0">
                <a:solidFill>
                  <a:srgbClr val="0000FF"/>
                </a:solidFill>
              </a:rPr>
              <a:t>3</a:t>
            </a:r>
            <a:r>
              <a:rPr lang="en-US" altLang="zh-TW" dirty="0"/>
              <a:t> = 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en-US" altLang="zh-TW" i="1" dirty="0">
                <a:solidFill>
                  <a:srgbClr val="0000FF"/>
                </a:solidFill>
              </a:rPr>
              <a:t>h</a:t>
            </a:r>
            <a:r>
              <a:rPr lang="en-US" altLang="zh-TW" baseline="-25000" dirty="0">
                <a:solidFill>
                  <a:srgbClr val="0000FF"/>
                </a:solidFill>
              </a:rPr>
              <a:t>0</a:t>
            </a:r>
            <a:r>
              <a:rPr lang="en-US" altLang="zh-TW" dirty="0">
                <a:solidFill>
                  <a:srgbClr val="0000FF"/>
                </a:solidFill>
              </a:rPr>
              <a:t> + 9) % </a:t>
            </a:r>
            <a:r>
              <a:rPr lang="en-US" altLang="zh-CN" i="1" dirty="0">
                <a:solidFill>
                  <a:srgbClr val="0000FF"/>
                </a:solidFill>
              </a:rPr>
              <a:t>H_SIZE</a:t>
            </a:r>
            <a:r>
              <a:rPr lang="en-US" altLang="zh-TW" dirty="0"/>
              <a:t>.</a:t>
            </a:r>
          </a:p>
          <a:p>
            <a:pPr lvl="1">
              <a:lnSpc>
                <a:spcPct val="95000"/>
              </a:lnSpc>
            </a:pPr>
            <a:r>
              <a:rPr lang="en-US" altLang="zh-TW" dirty="0"/>
              <a:t>Probe </a:t>
            </a:r>
            <a:r>
              <a:rPr lang="en-US" altLang="zh-TW" i="1" dirty="0">
                <a:solidFill>
                  <a:srgbClr val="0000FF"/>
                </a:solidFill>
              </a:rPr>
              <a:t>h</a:t>
            </a:r>
            <a:r>
              <a:rPr lang="en-US" altLang="zh-TW" baseline="-25000" dirty="0">
                <a:solidFill>
                  <a:srgbClr val="0000FF"/>
                </a:solidFill>
              </a:rPr>
              <a:t>4</a:t>
            </a:r>
            <a:r>
              <a:rPr lang="en-US" altLang="zh-TW" dirty="0"/>
              <a:t> = 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en-US" altLang="zh-TW" i="1" dirty="0">
                <a:solidFill>
                  <a:srgbClr val="0000FF"/>
                </a:solidFill>
              </a:rPr>
              <a:t>h</a:t>
            </a:r>
            <a:r>
              <a:rPr lang="en-US" altLang="zh-TW" baseline="-25000" dirty="0">
                <a:solidFill>
                  <a:srgbClr val="0000FF"/>
                </a:solidFill>
              </a:rPr>
              <a:t>0</a:t>
            </a:r>
            <a:r>
              <a:rPr lang="en-US" altLang="zh-TW" dirty="0">
                <a:solidFill>
                  <a:srgbClr val="0000FF"/>
                </a:solidFill>
              </a:rPr>
              <a:t> + 16) % </a:t>
            </a:r>
            <a:r>
              <a:rPr lang="en-US" altLang="zh-CN" i="1" dirty="0">
                <a:solidFill>
                  <a:srgbClr val="0000FF"/>
                </a:solidFill>
              </a:rPr>
              <a:t>H_SIZE</a:t>
            </a:r>
            <a:r>
              <a:rPr lang="en-US" altLang="zh-TW" dirty="0"/>
              <a:t>.</a:t>
            </a:r>
          </a:p>
          <a:p>
            <a:pPr lvl="1">
              <a:lnSpc>
                <a:spcPct val="95000"/>
              </a:lnSpc>
            </a:pPr>
            <a:r>
              <a:rPr lang="en-US" altLang="zh-TW" dirty="0"/>
              <a:t>…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634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hash table of size 10, indexed with 0, 1, …, 9. The hash function is h(</a:t>
            </a:r>
            <a:r>
              <a:rPr lang="en-US" dirty="0" err="1"/>
              <a:t>i</a:t>
            </a:r>
            <a:r>
              <a:rPr lang="en-US" dirty="0"/>
              <a:t>) = h(</a:t>
            </a:r>
            <a:r>
              <a:rPr lang="en-US" dirty="0" err="1"/>
              <a:t>i</a:t>
            </a:r>
            <a:r>
              <a:rPr lang="en-US" dirty="0"/>
              <a:t>) % 10. A list of entries, {89, 18, 49, 58, 69}, enter the table. Using </a:t>
            </a:r>
            <a:r>
              <a:rPr lang="en-US" b="1" dirty="0"/>
              <a:t>quadratic probing </a:t>
            </a:r>
            <a:r>
              <a:rPr lang="en-US" dirty="0"/>
              <a:t>to handle collision, what is the result of the hash table?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96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60052-EC01-6E08-E1D3-71EDAD491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40439-ED25-E933-6D53-F80E74B04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Solution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4883A-3C1C-8399-DF60-BDD8F06B3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C167E00F-2419-AB3E-96CF-19C460B8A5E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200400" y="1371600"/>
          <a:ext cx="2286000" cy="502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Bucket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6C9FAEB-B962-D8B0-D28E-5A5D15CA0433}"/>
                  </a:ext>
                </a:extLst>
              </p:cNvPr>
              <p:cNvSpPr txBox="1"/>
              <p:nvPr/>
            </p:nvSpPr>
            <p:spPr>
              <a:xfrm>
                <a:off x="-684584" y="1988840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h𝑎𝑠h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altLang="zh-CN" i="1" dirty="0" err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% 10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6C9FAEB-B962-D8B0-D28E-5A5D15CA0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4584" y="1988840"/>
                <a:ext cx="4572000" cy="369332"/>
              </a:xfrm>
              <a:prstGeom prst="rect">
                <a:avLst/>
              </a:prstGeom>
              <a:blipFill>
                <a:blip r:embed="rId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9793A9BC-13BA-C804-AFA2-266127009931}"/>
              </a:ext>
            </a:extLst>
          </p:cNvPr>
          <p:cNvSpPr txBox="1"/>
          <p:nvPr/>
        </p:nvSpPr>
        <p:spPr>
          <a:xfrm>
            <a:off x="665480" y="2538224"/>
            <a:ext cx="210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{89, 18, 49, 58, 69}, 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BBE9497-866B-1EDE-8BFE-898C9BE67EFE}"/>
              </a:ext>
            </a:extLst>
          </p:cNvPr>
          <p:cNvSpPr txBox="1"/>
          <p:nvPr/>
        </p:nvSpPr>
        <p:spPr>
          <a:xfrm>
            <a:off x="1259632" y="3031604"/>
            <a:ext cx="491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F(</a:t>
            </a:r>
            <a:r>
              <a:rPr lang="en-US" altLang="zh-CN" dirty="0" err="1"/>
              <a:t>i</a:t>
            </a:r>
            <a:r>
              <a:rPr lang="en-US" altLang="zh-CN" dirty="0"/>
              <a:t>)=i</a:t>
            </a:r>
            <a:r>
              <a:rPr lang="en-US" altLang="zh-CN" baseline="30000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1680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Solution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graphicFrame>
        <p:nvGraphicFramePr>
          <p:cNvPr id="7" name="Content Placeholder 5"/>
          <p:cNvGraphicFramePr>
            <a:graphicFrameLocks/>
          </p:cNvGraphicFramePr>
          <p:nvPr/>
        </p:nvGraphicFramePr>
        <p:xfrm>
          <a:off x="3200400" y="1371600"/>
          <a:ext cx="2286000" cy="502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Bucket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60AEFBA-AA41-7140-C954-90F7C712FB1B}"/>
                  </a:ext>
                </a:extLst>
              </p:cNvPr>
              <p:cNvSpPr txBox="1"/>
              <p:nvPr/>
            </p:nvSpPr>
            <p:spPr>
              <a:xfrm>
                <a:off x="-684584" y="1988840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h𝑎𝑠h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altLang="zh-CN" i="1" dirty="0" err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% 10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60AEFBA-AA41-7140-C954-90F7C712F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4584" y="1988840"/>
                <a:ext cx="4572000" cy="369332"/>
              </a:xfrm>
              <a:prstGeom prst="rect">
                <a:avLst/>
              </a:prstGeom>
              <a:blipFill>
                <a:blip r:embed="rId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89D4F518-DECC-4EC8-6148-5CE72ACF4419}"/>
              </a:ext>
            </a:extLst>
          </p:cNvPr>
          <p:cNvSpPr txBox="1"/>
          <p:nvPr/>
        </p:nvSpPr>
        <p:spPr>
          <a:xfrm>
            <a:off x="665480" y="2538224"/>
            <a:ext cx="210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{89, 18, 49, 58, 69}, 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85379D-4223-F207-D669-4B3D033D177C}"/>
              </a:ext>
            </a:extLst>
          </p:cNvPr>
          <p:cNvSpPr txBox="1"/>
          <p:nvPr/>
        </p:nvSpPr>
        <p:spPr>
          <a:xfrm>
            <a:off x="1259632" y="3031604"/>
            <a:ext cx="491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F(</a:t>
            </a:r>
            <a:r>
              <a:rPr lang="en-US" altLang="zh-CN" dirty="0" err="1"/>
              <a:t>i</a:t>
            </a:r>
            <a:r>
              <a:rPr lang="en-US" altLang="zh-CN" dirty="0"/>
              <a:t>)=i</a:t>
            </a:r>
            <a:r>
              <a:rPr lang="en-US" altLang="zh-CN" baseline="30000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8665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Double Hashing Collision Handle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Double hashing uses another hash function </a:t>
            </a:r>
            <a:r>
              <a:rPr lang="en-US" altLang="zh-TW" i="1" dirty="0">
                <a:solidFill>
                  <a:srgbClr val="0000FF"/>
                </a:solidFill>
              </a:rPr>
              <a:t>Hash</a:t>
            </a:r>
            <a:r>
              <a:rPr lang="en-US" altLang="zh-TW" baseline="-25000" dirty="0">
                <a:solidFill>
                  <a:srgbClr val="0000FF"/>
                </a:solidFill>
              </a:rPr>
              <a:t>2</a:t>
            </a:r>
            <a:r>
              <a:rPr lang="en-US" dirty="0"/>
              <a:t> to handle collision</a:t>
            </a:r>
          </a:p>
          <a:p>
            <a:endParaRPr lang="en-US" dirty="0"/>
          </a:p>
          <a:p>
            <a:pPr lvl="1" fontAlgn="base">
              <a:lnSpc>
                <a:spcPct val="95000"/>
              </a:lnSpc>
              <a:spcAft>
                <a:spcPct val="0"/>
              </a:spcAft>
              <a:buFontTx/>
              <a:buChar char="–"/>
            </a:pPr>
            <a:r>
              <a:rPr kumimoji="1" lang="en-US" altLang="zh-TW" sz="2000" i="1" kern="0" dirty="0">
                <a:solidFill>
                  <a:srgbClr val="000000"/>
                </a:solidFill>
                <a:latin typeface="Arial"/>
              </a:rPr>
              <a:t>h</a:t>
            </a:r>
            <a:r>
              <a:rPr kumimoji="1" lang="en-US" altLang="zh-TW" sz="2000" kern="0" baseline="-25000" dirty="0">
                <a:solidFill>
                  <a:srgbClr val="000000"/>
                </a:solidFill>
                <a:latin typeface="Arial"/>
              </a:rPr>
              <a:t>0</a:t>
            </a:r>
            <a:r>
              <a:rPr kumimoji="1" lang="en-US" altLang="zh-TW" sz="2000" kern="0" dirty="0">
                <a:solidFill>
                  <a:srgbClr val="000000"/>
                </a:solidFill>
                <a:latin typeface="Arial"/>
              </a:rPr>
              <a:t> = </a:t>
            </a:r>
            <a:r>
              <a:rPr kumimoji="1" lang="en-US" altLang="zh-TW" sz="2000" i="1" kern="0" dirty="0">
                <a:solidFill>
                  <a:srgbClr val="000000"/>
                </a:solidFill>
                <a:latin typeface="Arial"/>
              </a:rPr>
              <a:t>Hash</a:t>
            </a:r>
            <a:r>
              <a:rPr kumimoji="1" lang="en-US" altLang="zh-TW" sz="2000" kern="0" dirty="0">
                <a:solidFill>
                  <a:srgbClr val="000000"/>
                </a:solidFill>
                <a:latin typeface="Arial"/>
              </a:rPr>
              <a:t>(</a:t>
            </a:r>
            <a:r>
              <a:rPr kumimoji="1" lang="en-US" altLang="zh-TW" sz="2000" i="1" kern="0" dirty="0">
                <a:solidFill>
                  <a:srgbClr val="000000"/>
                </a:solidFill>
                <a:latin typeface="Arial"/>
              </a:rPr>
              <a:t>key</a:t>
            </a:r>
            <a:r>
              <a:rPr kumimoji="1" lang="en-US" altLang="zh-TW" sz="2000" kern="0" dirty="0">
                <a:solidFill>
                  <a:srgbClr val="000000"/>
                </a:solidFill>
                <a:latin typeface="Arial"/>
              </a:rPr>
              <a:t>, </a:t>
            </a:r>
            <a:r>
              <a:rPr kumimoji="1" lang="en-US" altLang="zh-TW" sz="2000" i="1" kern="0" dirty="0" err="1">
                <a:solidFill>
                  <a:srgbClr val="000000"/>
                </a:solidFill>
                <a:latin typeface="Arial"/>
              </a:rPr>
              <a:t>N</a:t>
            </a:r>
            <a:r>
              <a:rPr kumimoji="1" lang="en-US" altLang="zh-TW" sz="2000" i="1" kern="0" baseline="-25000" dirty="0" err="1">
                <a:solidFill>
                  <a:srgbClr val="000000"/>
                </a:solidFill>
                <a:latin typeface="Arial"/>
              </a:rPr>
              <a:t>buckets</a:t>
            </a:r>
            <a:r>
              <a:rPr kumimoji="1" lang="en-US" altLang="zh-TW" sz="2000" kern="0" dirty="0">
                <a:solidFill>
                  <a:srgbClr val="000000"/>
                </a:solidFill>
                <a:latin typeface="Arial"/>
              </a:rPr>
              <a:t>)</a:t>
            </a:r>
            <a:endParaRPr kumimoji="1" lang="en-US" altLang="zh-TW" sz="2000" i="1" kern="0" baseline="-25000" dirty="0">
              <a:solidFill>
                <a:srgbClr val="000000"/>
              </a:solidFill>
              <a:latin typeface="Arial"/>
            </a:endParaRPr>
          </a:p>
          <a:p>
            <a:pPr lvl="1" fontAlgn="base">
              <a:lnSpc>
                <a:spcPct val="95000"/>
              </a:lnSpc>
              <a:spcAft>
                <a:spcPct val="0"/>
              </a:spcAft>
              <a:buFontTx/>
              <a:buChar char="–"/>
            </a:pPr>
            <a:r>
              <a:rPr kumimoji="1" lang="en-US" altLang="zh-TW" sz="2000" i="1" kern="0" dirty="0">
                <a:solidFill>
                  <a:srgbClr val="000000"/>
                </a:solidFill>
                <a:latin typeface="Arial"/>
              </a:rPr>
              <a:t>h</a:t>
            </a:r>
            <a:r>
              <a:rPr kumimoji="1" lang="en-US" altLang="zh-TW" sz="2000" kern="0" baseline="-25000" dirty="0">
                <a:solidFill>
                  <a:srgbClr val="000000"/>
                </a:solidFill>
                <a:latin typeface="Arial"/>
              </a:rPr>
              <a:t>1</a:t>
            </a:r>
            <a:r>
              <a:rPr kumimoji="1" lang="en-US" altLang="zh-TW" sz="2000" kern="0" dirty="0">
                <a:solidFill>
                  <a:srgbClr val="000000"/>
                </a:solidFill>
                <a:latin typeface="Arial"/>
              </a:rPr>
              <a:t> = (</a:t>
            </a:r>
            <a:r>
              <a:rPr kumimoji="1" lang="en-US" altLang="zh-TW" sz="2000" i="1" kern="0" dirty="0">
                <a:solidFill>
                  <a:srgbClr val="000000"/>
                </a:solidFill>
                <a:latin typeface="Arial"/>
              </a:rPr>
              <a:t>h</a:t>
            </a:r>
            <a:r>
              <a:rPr kumimoji="1" lang="en-US" altLang="zh-TW" sz="2000" kern="0" baseline="-25000" dirty="0">
                <a:solidFill>
                  <a:srgbClr val="000000"/>
                </a:solidFill>
                <a:latin typeface="Arial"/>
              </a:rPr>
              <a:t>0</a:t>
            </a:r>
            <a:r>
              <a:rPr kumimoji="1" lang="en-US" altLang="zh-TW" sz="2000" kern="0" dirty="0">
                <a:solidFill>
                  <a:srgbClr val="000000"/>
                </a:solidFill>
                <a:latin typeface="Arial"/>
              </a:rPr>
              <a:t> + 1 </a:t>
            </a:r>
            <a:r>
              <a:rPr kumimoji="1" lang="en-US" altLang="zh-TW" sz="2100" kern="0" dirty="0">
                <a:solidFill>
                  <a:srgbClr val="000000"/>
                </a:solidFill>
                <a:latin typeface="Arial"/>
                <a:sym typeface="Symbol" pitchFamily="18" charset="2"/>
              </a:rPr>
              <a:t>× </a:t>
            </a:r>
            <a:r>
              <a:rPr kumimoji="1" lang="en-US" altLang="zh-TW" sz="2000" i="1" kern="0" dirty="0">
                <a:solidFill>
                  <a:srgbClr val="000000"/>
                </a:solidFill>
                <a:latin typeface="Arial"/>
              </a:rPr>
              <a:t>Hash</a:t>
            </a:r>
            <a:r>
              <a:rPr kumimoji="1" lang="en-US" altLang="zh-TW" sz="2000" kern="0" baseline="-25000" dirty="0">
                <a:solidFill>
                  <a:srgbClr val="000000"/>
                </a:solidFill>
                <a:latin typeface="Arial"/>
              </a:rPr>
              <a:t>2</a:t>
            </a:r>
            <a:r>
              <a:rPr kumimoji="1" lang="en-US" altLang="zh-TW" sz="2000" kern="0" dirty="0">
                <a:solidFill>
                  <a:srgbClr val="000000"/>
                </a:solidFill>
                <a:latin typeface="Arial"/>
              </a:rPr>
              <a:t>(</a:t>
            </a:r>
            <a:r>
              <a:rPr kumimoji="1" lang="en-US" altLang="zh-TW" sz="2000" i="1" kern="0" dirty="0">
                <a:solidFill>
                  <a:srgbClr val="000000"/>
                </a:solidFill>
                <a:latin typeface="Arial"/>
              </a:rPr>
              <a:t>key</a:t>
            </a:r>
            <a:r>
              <a:rPr kumimoji="1" lang="en-US" altLang="zh-TW" sz="2000" kern="0" dirty="0">
                <a:solidFill>
                  <a:srgbClr val="000000"/>
                </a:solidFill>
                <a:latin typeface="Arial"/>
              </a:rPr>
              <a:t>, </a:t>
            </a:r>
            <a:r>
              <a:rPr kumimoji="1" lang="en-US" altLang="zh-TW" sz="2000" i="1" kern="0" dirty="0" err="1">
                <a:solidFill>
                  <a:srgbClr val="000000"/>
                </a:solidFill>
                <a:latin typeface="Arial"/>
              </a:rPr>
              <a:t>N</a:t>
            </a:r>
            <a:r>
              <a:rPr kumimoji="1" lang="en-US" altLang="zh-TW" sz="2000" i="1" kern="0" baseline="-25000" dirty="0" err="1">
                <a:solidFill>
                  <a:srgbClr val="000000"/>
                </a:solidFill>
                <a:latin typeface="Arial"/>
              </a:rPr>
              <a:t>buckets</a:t>
            </a:r>
            <a:r>
              <a:rPr kumimoji="1" lang="en-US" altLang="zh-TW" sz="2000" kern="0" dirty="0">
                <a:solidFill>
                  <a:srgbClr val="000000"/>
                </a:solidFill>
                <a:latin typeface="Arial"/>
              </a:rPr>
              <a:t>)) % </a:t>
            </a:r>
            <a:r>
              <a:rPr kumimoji="1" lang="en-US" altLang="zh-TW" sz="2000" i="1" kern="0" dirty="0" err="1">
                <a:solidFill>
                  <a:srgbClr val="000000"/>
                </a:solidFill>
                <a:latin typeface="Arial"/>
              </a:rPr>
              <a:t>N</a:t>
            </a:r>
            <a:r>
              <a:rPr kumimoji="1" lang="en-US" altLang="zh-TW" sz="2000" i="1" kern="0" baseline="-25000" dirty="0" err="1">
                <a:solidFill>
                  <a:srgbClr val="000000"/>
                </a:solidFill>
                <a:latin typeface="Arial"/>
              </a:rPr>
              <a:t>buckets</a:t>
            </a:r>
            <a:endParaRPr kumimoji="1" lang="en-US" altLang="zh-TW" sz="2000" kern="0" dirty="0">
              <a:solidFill>
                <a:srgbClr val="000000"/>
              </a:solidFill>
              <a:latin typeface="Arial"/>
            </a:endParaRPr>
          </a:p>
          <a:p>
            <a:pPr lvl="1" fontAlgn="base">
              <a:lnSpc>
                <a:spcPct val="95000"/>
              </a:lnSpc>
              <a:spcAft>
                <a:spcPct val="0"/>
              </a:spcAft>
              <a:buFontTx/>
              <a:buChar char="–"/>
            </a:pPr>
            <a:r>
              <a:rPr kumimoji="1" lang="en-US" altLang="zh-TW" sz="2000" i="1" kern="0" dirty="0">
                <a:solidFill>
                  <a:srgbClr val="000000"/>
                </a:solidFill>
                <a:latin typeface="Arial"/>
              </a:rPr>
              <a:t>h</a:t>
            </a:r>
            <a:r>
              <a:rPr kumimoji="1" lang="en-US" altLang="zh-TW" sz="2000" kern="0" baseline="-25000" dirty="0">
                <a:solidFill>
                  <a:srgbClr val="000000"/>
                </a:solidFill>
                <a:latin typeface="Arial"/>
              </a:rPr>
              <a:t>2</a:t>
            </a:r>
            <a:r>
              <a:rPr kumimoji="1" lang="en-US" altLang="zh-TW" sz="2000" kern="0" dirty="0">
                <a:solidFill>
                  <a:srgbClr val="000000"/>
                </a:solidFill>
                <a:latin typeface="Arial"/>
              </a:rPr>
              <a:t> = (</a:t>
            </a:r>
            <a:r>
              <a:rPr kumimoji="1" lang="en-US" altLang="zh-TW" sz="2000" i="1" kern="0" dirty="0">
                <a:solidFill>
                  <a:srgbClr val="000000"/>
                </a:solidFill>
                <a:latin typeface="Arial"/>
              </a:rPr>
              <a:t>h</a:t>
            </a:r>
            <a:r>
              <a:rPr kumimoji="1" lang="en-US" altLang="zh-TW" sz="2000" kern="0" baseline="-25000" dirty="0">
                <a:solidFill>
                  <a:srgbClr val="000000"/>
                </a:solidFill>
                <a:latin typeface="Arial"/>
              </a:rPr>
              <a:t>0</a:t>
            </a:r>
            <a:r>
              <a:rPr kumimoji="1" lang="en-US" altLang="zh-TW" sz="2000" kern="0" dirty="0">
                <a:solidFill>
                  <a:srgbClr val="000000"/>
                </a:solidFill>
                <a:latin typeface="Arial"/>
              </a:rPr>
              <a:t> + 2 </a:t>
            </a:r>
            <a:r>
              <a:rPr kumimoji="1" lang="en-US" altLang="zh-TW" sz="2100" kern="0" dirty="0">
                <a:solidFill>
                  <a:srgbClr val="000000"/>
                </a:solidFill>
                <a:latin typeface="Arial"/>
                <a:sym typeface="Symbol" pitchFamily="18" charset="2"/>
              </a:rPr>
              <a:t>×</a:t>
            </a:r>
            <a:r>
              <a:rPr lang="en-US" altLang="zh-TW" sz="2000" dirty="0">
                <a:solidFill>
                  <a:srgbClr val="0000FF"/>
                </a:solidFill>
                <a:latin typeface="Arial"/>
                <a:cs typeface="Arial"/>
                <a:sym typeface="Symbol" pitchFamily="18" charset="2"/>
              </a:rPr>
              <a:t> </a:t>
            </a:r>
            <a:r>
              <a:rPr kumimoji="1" lang="en-US" altLang="zh-TW" sz="2000" i="1" kern="0" dirty="0">
                <a:solidFill>
                  <a:srgbClr val="000000"/>
                </a:solidFill>
                <a:latin typeface="Arial"/>
              </a:rPr>
              <a:t>Hash</a:t>
            </a:r>
            <a:r>
              <a:rPr kumimoji="1" lang="en-US" altLang="zh-TW" sz="2000" kern="0" baseline="-25000" dirty="0">
                <a:solidFill>
                  <a:srgbClr val="000000"/>
                </a:solidFill>
                <a:latin typeface="Arial"/>
              </a:rPr>
              <a:t>2</a:t>
            </a:r>
            <a:r>
              <a:rPr kumimoji="1" lang="en-US" altLang="zh-TW" sz="2000" kern="0" dirty="0">
                <a:solidFill>
                  <a:srgbClr val="000000"/>
                </a:solidFill>
                <a:latin typeface="Arial"/>
              </a:rPr>
              <a:t>(</a:t>
            </a:r>
            <a:r>
              <a:rPr kumimoji="1" lang="en-US" altLang="zh-TW" sz="2000" i="1" kern="0" dirty="0">
                <a:solidFill>
                  <a:srgbClr val="000000"/>
                </a:solidFill>
                <a:latin typeface="Arial"/>
              </a:rPr>
              <a:t>key</a:t>
            </a:r>
            <a:r>
              <a:rPr kumimoji="1" lang="en-US" altLang="zh-TW" sz="2000" kern="0" dirty="0">
                <a:solidFill>
                  <a:srgbClr val="000000"/>
                </a:solidFill>
                <a:latin typeface="Arial"/>
              </a:rPr>
              <a:t>, </a:t>
            </a:r>
            <a:r>
              <a:rPr kumimoji="1" lang="en-US" altLang="zh-TW" sz="2000" i="1" kern="0" dirty="0" err="1">
                <a:solidFill>
                  <a:srgbClr val="000000"/>
                </a:solidFill>
                <a:latin typeface="Arial"/>
              </a:rPr>
              <a:t>N</a:t>
            </a:r>
            <a:r>
              <a:rPr kumimoji="1" lang="en-US" altLang="zh-TW" sz="2000" i="1" kern="0" baseline="-25000" dirty="0" err="1">
                <a:solidFill>
                  <a:srgbClr val="000000"/>
                </a:solidFill>
                <a:latin typeface="Arial"/>
              </a:rPr>
              <a:t>buckets</a:t>
            </a:r>
            <a:r>
              <a:rPr kumimoji="1" lang="en-US" altLang="zh-TW" sz="2000" kern="0" dirty="0">
                <a:solidFill>
                  <a:srgbClr val="000000"/>
                </a:solidFill>
                <a:latin typeface="Arial"/>
              </a:rPr>
              <a:t>)) % </a:t>
            </a:r>
            <a:r>
              <a:rPr kumimoji="1" lang="en-US" altLang="zh-TW" sz="2000" i="1" kern="0" dirty="0" err="1">
                <a:solidFill>
                  <a:srgbClr val="000000"/>
                </a:solidFill>
                <a:latin typeface="Arial"/>
              </a:rPr>
              <a:t>N</a:t>
            </a:r>
            <a:r>
              <a:rPr kumimoji="1" lang="en-US" altLang="zh-TW" sz="2000" i="1" kern="0" baseline="-25000" dirty="0" err="1">
                <a:solidFill>
                  <a:srgbClr val="000000"/>
                </a:solidFill>
                <a:latin typeface="Arial"/>
              </a:rPr>
              <a:t>buckets</a:t>
            </a:r>
            <a:endParaRPr kumimoji="1" lang="en-US" altLang="zh-TW" sz="2000" kern="0" dirty="0">
              <a:solidFill>
                <a:srgbClr val="000000"/>
              </a:solidFill>
              <a:latin typeface="Arial"/>
            </a:endParaRPr>
          </a:p>
          <a:p>
            <a:pPr lvl="1" fontAlgn="base">
              <a:lnSpc>
                <a:spcPct val="95000"/>
              </a:lnSpc>
              <a:spcAft>
                <a:spcPct val="0"/>
              </a:spcAft>
              <a:buFontTx/>
              <a:buChar char="–"/>
            </a:pPr>
            <a:r>
              <a:rPr kumimoji="1" lang="en-US" altLang="zh-TW" sz="2000" i="1" kern="0" dirty="0">
                <a:solidFill>
                  <a:srgbClr val="000000"/>
                </a:solidFill>
                <a:latin typeface="Arial"/>
              </a:rPr>
              <a:t>h</a:t>
            </a:r>
            <a:r>
              <a:rPr kumimoji="1" lang="en-US" altLang="zh-TW" sz="2000" kern="0" baseline="-25000" dirty="0">
                <a:solidFill>
                  <a:srgbClr val="000000"/>
                </a:solidFill>
                <a:latin typeface="Arial"/>
              </a:rPr>
              <a:t>3</a:t>
            </a:r>
            <a:r>
              <a:rPr kumimoji="1" lang="en-US" altLang="zh-TW" sz="2000" kern="0" dirty="0">
                <a:solidFill>
                  <a:srgbClr val="000000"/>
                </a:solidFill>
                <a:latin typeface="Arial"/>
              </a:rPr>
              <a:t> = (</a:t>
            </a:r>
            <a:r>
              <a:rPr kumimoji="1" lang="en-US" altLang="zh-TW" sz="2000" i="1" kern="0" dirty="0">
                <a:solidFill>
                  <a:srgbClr val="000000"/>
                </a:solidFill>
                <a:latin typeface="Arial"/>
              </a:rPr>
              <a:t>h</a:t>
            </a:r>
            <a:r>
              <a:rPr kumimoji="1" lang="en-US" altLang="zh-TW" sz="2000" kern="0" baseline="-25000" dirty="0">
                <a:solidFill>
                  <a:srgbClr val="000000"/>
                </a:solidFill>
                <a:latin typeface="Arial"/>
              </a:rPr>
              <a:t>0</a:t>
            </a:r>
            <a:r>
              <a:rPr kumimoji="1" lang="en-US" altLang="zh-TW" sz="2000" kern="0" dirty="0">
                <a:solidFill>
                  <a:srgbClr val="000000"/>
                </a:solidFill>
                <a:latin typeface="Arial"/>
              </a:rPr>
              <a:t> + 3 </a:t>
            </a:r>
            <a:r>
              <a:rPr kumimoji="1" lang="en-US" altLang="zh-TW" sz="2100" kern="0" dirty="0">
                <a:solidFill>
                  <a:srgbClr val="000000"/>
                </a:solidFill>
                <a:latin typeface="Arial"/>
                <a:sym typeface="Symbol" pitchFamily="18" charset="2"/>
              </a:rPr>
              <a:t>× </a:t>
            </a:r>
            <a:r>
              <a:rPr kumimoji="1" lang="en-US" altLang="zh-TW" sz="2000" i="1" kern="0" dirty="0">
                <a:solidFill>
                  <a:srgbClr val="000000"/>
                </a:solidFill>
                <a:latin typeface="Arial"/>
              </a:rPr>
              <a:t>Hash</a:t>
            </a:r>
            <a:r>
              <a:rPr kumimoji="1" lang="en-US" altLang="zh-TW" sz="2000" kern="0" baseline="-25000" dirty="0">
                <a:solidFill>
                  <a:srgbClr val="000000"/>
                </a:solidFill>
                <a:latin typeface="Arial"/>
              </a:rPr>
              <a:t>2</a:t>
            </a:r>
            <a:r>
              <a:rPr kumimoji="1" lang="en-US" altLang="zh-TW" sz="2000" kern="0" dirty="0">
                <a:solidFill>
                  <a:srgbClr val="000000"/>
                </a:solidFill>
                <a:latin typeface="Arial"/>
              </a:rPr>
              <a:t>(</a:t>
            </a:r>
            <a:r>
              <a:rPr kumimoji="1" lang="en-US" altLang="zh-TW" sz="2000" i="1" kern="0" dirty="0">
                <a:solidFill>
                  <a:srgbClr val="000000"/>
                </a:solidFill>
                <a:latin typeface="Arial"/>
              </a:rPr>
              <a:t>key</a:t>
            </a:r>
            <a:r>
              <a:rPr kumimoji="1" lang="en-US" altLang="zh-TW" sz="2000" kern="0" dirty="0">
                <a:solidFill>
                  <a:srgbClr val="000000"/>
                </a:solidFill>
                <a:latin typeface="Arial"/>
              </a:rPr>
              <a:t>, </a:t>
            </a:r>
            <a:r>
              <a:rPr kumimoji="1" lang="en-US" altLang="zh-TW" sz="2000" i="1" kern="0" dirty="0" err="1">
                <a:solidFill>
                  <a:srgbClr val="000000"/>
                </a:solidFill>
                <a:latin typeface="Arial"/>
              </a:rPr>
              <a:t>N</a:t>
            </a:r>
            <a:r>
              <a:rPr kumimoji="1" lang="en-US" altLang="zh-TW" sz="2000" i="1" kern="0" baseline="-25000" dirty="0" err="1">
                <a:solidFill>
                  <a:srgbClr val="000000"/>
                </a:solidFill>
                <a:latin typeface="Arial"/>
              </a:rPr>
              <a:t>buckets</a:t>
            </a:r>
            <a:r>
              <a:rPr kumimoji="1" lang="en-US" altLang="zh-TW" sz="2000" kern="0" dirty="0">
                <a:solidFill>
                  <a:srgbClr val="000000"/>
                </a:solidFill>
                <a:latin typeface="Arial"/>
              </a:rPr>
              <a:t>)) % </a:t>
            </a:r>
            <a:r>
              <a:rPr kumimoji="1" lang="en-US" altLang="zh-TW" sz="2000" i="1" kern="0" dirty="0" err="1">
                <a:solidFill>
                  <a:srgbClr val="000000"/>
                </a:solidFill>
                <a:latin typeface="Arial"/>
              </a:rPr>
              <a:t>N</a:t>
            </a:r>
            <a:r>
              <a:rPr kumimoji="1" lang="en-US" altLang="zh-TW" sz="2000" i="1" kern="0" baseline="-25000" dirty="0" err="1">
                <a:solidFill>
                  <a:srgbClr val="000000"/>
                </a:solidFill>
                <a:latin typeface="Arial"/>
              </a:rPr>
              <a:t>buckets</a:t>
            </a:r>
            <a:endParaRPr kumimoji="1" lang="en-US" altLang="zh-TW" sz="2000" kern="0" dirty="0">
              <a:solidFill>
                <a:srgbClr val="000000"/>
              </a:solidFill>
              <a:latin typeface="Arial"/>
            </a:endParaRPr>
          </a:p>
          <a:p>
            <a:pPr lvl="1" fontAlgn="base">
              <a:lnSpc>
                <a:spcPct val="95000"/>
              </a:lnSpc>
              <a:spcAft>
                <a:spcPct val="0"/>
              </a:spcAft>
              <a:buFontTx/>
              <a:buChar char="–"/>
            </a:pPr>
            <a:r>
              <a:rPr kumimoji="1" lang="en-US" altLang="zh-TW" sz="2000" kern="0" dirty="0">
                <a:solidFill>
                  <a:srgbClr val="000000"/>
                </a:solidFill>
                <a:latin typeface="Arial"/>
              </a:rPr>
              <a:t>…</a:t>
            </a:r>
          </a:p>
          <a:p>
            <a:r>
              <a:rPr lang="en-US" dirty="0"/>
              <a:t>Performance is better than linear and quadratic probing in general, but it requires 2 hash functions.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579688" y="2492896"/>
            <a:ext cx="3983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i="1" dirty="0">
                <a:solidFill>
                  <a:srgbClr val="0000FF"/>
                </a:solidFill>
              </a:rPr>
              <a:t>F</a:t>
            </a:r>
            <a:r>
              <a:rPr lang="en-US" altLang="zh-TW" sz="2400" dirty="0">
                <a:solidFill>
                  <a:srgbClr val="0000FF"/>
                </a:solidFill>
              </a:rPr>
              <a:t>(</a:t>
            </a:r>
            <a:r>
              <a:rPr lang="en-US" altLang="zh-TW" sz="2400" i="1" dirty="0" err="1">
                <a:solidFill>
                  <a:srgbClr val="0000FF"/>
                </a:solidFill>
              </a:rPr>
              <a:t>i</a:t>
            </a:r>
            <a:r>
              <a:rPr lang="en-US" altLang="zh-TW" sz="2400" dirty="0">
                <a:solidFill>
                  <a:srgbClr val="0000FF"/>
                </a:solidFill>
              </a:rPr>
              <a:t>) = </a:t>
            </a:r>
            <a:r>
              <a:rPr lang="en-US" altLang="zh-TW" sz="2400" i="1" dirty="0" err="1">
                <a:solidFill>
                  <a:srgbClr val="0000FF"/>
                </a:solidFill>
              </a:rPr>
              <a:t>i</a:t>
            </a:r>
            <a:r>
              <a:rPr lang="en-US" altLang="zh-TW" sz="2400" dirty="0">
                <a:solidFill>
                  <a:srgbClr val="0000FF"/>
                </a:solidFill>
              </a:rPr>
              <a:t> </a:t>
            </a:r>
            <a:r>
              <a:rPr lang="en-US" altLang="zh-TW" sz="2400" dirty="0">
                <a:solidFill>
                  <a:srgbClr val="0000FF"/>
                </a:solidFill>
                <a:latin typeface="Arial"/>
                <a:cs typeface="Arial"/>
                <a:sym typeface="Symbol" pitchFamily="18" charset="2"/>
              </a:rPr>
              <a:t>× </a:t>
            </a:r>
            <a:r>
              <a:rPr lang="en-US" altLang="zh-TW" sz="2400" i="1" dirty="0">
                <a:solidFill>
                  <a:srgbClr val="0000FF"/>
                </a:solidFill>
              </a:rPr>
              <a:t>Hash</a:t>
            </a:r>
            <a:r>
              <a:rPr lang="en-US" altLang="zh-TW" sz="2400" baseline="-25000" dirty="0">
                <a:solidFill>
                  <a:srgbClr val="0000FF"/>
                </a:solidFill>
              </a:rPr>
              <a:t>2</a:t>
            </a:r>
            <a:r>
              <a:rPr lang="en-US" altLang="zh-TW" sz="2400" dirty="0">
                <a:solidFill>
                  <a:srgbClr val="0000FF"/>
                </a:solidFill>
              </a:rPr>
              <a:t>(</a:t>
            </a:r>
            <a:r>
              <a:rPr lang="en-US" altLang="zh-TW" sz="2400" i="1" dirty="0">
                <a:solidFill>
                  <a:srgbClr val="0000FF"/>
                </a:solidFill>
              </a:rPr>
              <a:t>key</a:t>
            </a:r>
            <a:r>
              <a:rPr lang="en-US" altLang="zh-TW" sz="2400" dirty="0">
                <a:solidFill>
                  <a:srgbClr val="0000FF"/>
                </a:solidFill>
              </a:rPr>
              <a:t>, </a:t>
            </a:r>
            <a:r>
              <a:rPr lang="en-US" altLang="zh-TW" sz="2400" i="1" dirty="0" err="1">
                <a:solidFill>
                  <a:srgbClr val="0000FF"/>
                </a:solidFill>
              </a:rPr>
              <a:t>N</a:t>
            </a:r>
            <a:r>
              <a:rPr lang="en-US" altLang="zh-TW" sz="2400" i="1" baseline="-25000" dirty="0" err="1">
                <a:solidFill>
                  <a:srgbClr val="0000FF"/>
                </a:solidFill>
              </a:rPr>
              <a:t>buckets</a:t>
            </a:r>
            <a:r>
              <a:rPr lang="en-US" altLang="zh-TW" sz="2400" dirty="0">
                <a:solidFill>
                  <a:srgbClr val="0000FF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75220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hash table of size 10, indexed with 0, 1, …, 9. The hash function is h(</a:t>
            </a:r>
            <a:r>
              <a:rPr lang="en-US" dirty="0" err="1"/>
              <a:t>i</a:t>
            </a:r>
            <a:r>
              <a:rPr lang="en-US" dirty="0"/>
              <a:t>) = </a:t>
            </a:r>
            <a:r>
              <a:rPr lang="en-US" dirty="0" err="1"/>
              <a:t>i</a:t>
            </a:r>
            <a:r>
              <a:rPr lang="en-US" dirty="0"/>
              <a:t> % 10. A list of entries, {89, 18, 49, 58, 69}, enter the table. Using </a:t>
            </a:r>
            <a:r>
              <a:rPr lang="en-US" b="1" dirty="0"/>
              <a:t>double hashing </a:t>
            </a:r>
            <a:r>
              <a:rPr lang="en-US" dirty="0"/>
              <a:t>with hash function h’(</a:t>
            </a:r>
            <a:r>
              <a:rPr lang="en-US" dirty="0" err="1"/>
              <a:t>i</a:t>
            </a:r>
            <a:r>
              <a:rPr lang="en-US" dirty="0"/>
              <a:t>) = 7 – (</a:t>
            </a:r>
            <a:r>
              <a:rPr lang="en-US" dirty="0" err="1"/>
              <a:t>i</a:t>
            </a:r>
            <a:r>
              <a:rPr lang="en-US" dirty="0"/>
              <a:t> % 7), to handle collision, what is the result of the hash table?</a:t>
            </a:r>
          </a:p>
          <a:p>
            <a:r>
              <a:rPr lang="en-US" dirty="0"/>
              <a:t>What would happen if 23 is added into the result hash table?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264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 Solution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/>
        </p:nvGraphicFramePr>
        <p:xfrm>
          <a:off x="3200400" y="1371600"/>
          <a:ext cx="2286000" cy="502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Bucket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2030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chaining, we put all elements that hash to the same slot in a </a:t>
            </a:r>
            <a:r>
              <a:rPr lang="en-US" b="1" dirty="0"/>
              <a:t>linked list</a:t>
            </a:r>
            <a:endParaRPr lang="en-US" dirty="0"/>
          </a:p>
          <a:p>
            <a:r>
              <a:rPr lang="en-US" dirty="0"/>
              <a:t>Slot </a:t>
            </a:r>
            <a:r>
              <a:rPr lang="en-US" i="1" dirty="0"/>
              <a:t>j</a:t>
            </a:r>
            <a:r>
              <a:rPr lang="en-US" dirty="0"/>
              <a:t> contains a header node of the list that stores all elements that are hashed to </a:t>
            </a:r>
            <a:r>
              <a:rPr lang="en-US" i="1" dirty="0"/>
              <a:t>j</a:t>
            </a:r>
            <a:r>
              <a:rPr lang="en-US" dirty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grpSp>
        <p:nvGrpSpPr>
          <p:cNvPr id="5" name="Group 1"/>
          <p:cNvGrpSpPr>
            <a:grpSpLocks/>
          </p:cNvGrpSpPr>
          <p:nvPr/>
        </p:nvGrpSpPr>
        <p:grpSpPr bwMode="auto">
          <a:xfrm>
            <a:off x="1120775" y="4509120"/>
            <a:ext cx="7140575" cy="1828460"/>
            <a:chOff x="1165225" y="4114800"/>
            <a:chExt cx="7140575" cy="2057400"/>
          </a:xfrm>
        </p:grpSpPr>
        <p:sp>
          <p:nvSpPr>
            <p:cNvPr id="6" name="Oval 5"/>
            <p:cNvSpPr/>
            <p:nvPr/>
          </p:nvSpPr>
          <p:spPr>
            <a:xfrm>
              <a:off x="1165225" y="4114800"/>
              <a:ext cx="1828800" cy="2057400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85000"/>
                </a:lnSpc>
                <a:spcBef>
                  <a:spcPct val="30000"/>
                </a:spcBef>
                <a:defRPr/>
              </a:pPr>
              <a:endParaRPr lang="en-US" sz="2000" dirty="0">
                <a:sym typeface="Marker Felt" charset="0"/>
              </a:endParaRPr>
            </a:p>
          </p:txBody>
        </p:sp>
        <p:sp>
          <p:nvSpPr>
            <p:cNvPr id="7" name="Rectangle 27"/>
            <p:cNvSpPr>
              <a:spLocks noChangeArrowheads="1"/>
            </p:cNvSpPr>
            <p:nvPr/>
          </p:nvSpPr>
          <p:spPr bwMode="auto">
            <a:xfrm>
              <a:off x="1470025" y="5486400"/>
              <a:ext cx="3714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rgbClr val="727272"/>
                  </a:solidFill>
                  <a:latin typeface="Calibri" pitchFamily="34" charset="0"/>
                  <a:ea typeface="新細明體" pitchFamily="18" charset="-120"/>
                  <a:sym typeface="Marker Felt"/>
                </a:defRPr>
              </a:lvl1pPr>
              <a:lvl2pPr marL="742950" indent="-285750">
                <a:defRPr sz="2800">
                  <a:solidFill>
                    <a:srgbClr val="727272"/>
                  </a:solidFill>
                  <a:latin typeface="Calibri" pitchFamily="34" charset="0"/>
                  <a:ea typeface="新細明體" pitchFamily="18" charset="-120"/>
                  <a:sym typeface="Marker Felt"/>
                </a:defRPr>
              </a:lvl2pPr>
              <a:lvl3pPr marL="1143000" indent="-228600">
                <a:defRPr sz="2800">
                  <a:solidFill>
                    <a:srgbClr val="727272"/>
                  </a:solidFill>
                  <a:latin typeface="Calibri" pitchFamily="34" charset="0"/>
                  <a:ea typeface="新細明體" pitchFamily="18" charset="-120"/>
                  <a:sym typeface="Marker Felt"/>
                </a:defRPr>
              </a:lvl3pPr>
              <a:lvl4pPr marL="1600200" indent="-228600">
                <a:defRPr sz="2800">
                  <a:solidFill>
                    <a:srgbClr val="727272"/>
                  </a:solidFill>
                  <a:latin typeface="Calibri" pitchFamily="34" charset="0"/>
                  <a:ea typeface="新細明體" pitchFamily="18" charset="-120"/>
                  <a:sym typeface="Marker Felt"/>
                </a:defRPr>
              </a:lvl4pPr>
              <a:lvl5pPr marL="2057400" indent="-228600">
                <a:defRPr sz="2800">
                  <a:solidFill>
                    <a:srgbClr val="727272"/>
                  </a:solidFill>
                  <a:latin typeface="Calibri" pitchFamily="34" charset="0"/>
                  <a:ea typeface="新細明體" pitchFamily="18" charset="-120"/>
                  <a:sym typeface="Marker Felt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727272"/>
                  </a:solidFill>
                  <a:latin typeface="Calibri" pitchFamily="34" charset="0"/>
                  <a:ea typeface="新細明體" pitchFamily="18" charset="-120"/>
                  <a:sym typeface="Marker Felt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727272"/>
                  </a:solidFill>
                  <a:latin typeface="Calibri" pitchFamily="34" charset="0"/>
                  <a:ea typeface="新細明體" pitchFamily="18" charset="-120"/>
                  <a:sym typeface="Marker Felt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727272"/>
                  </a:solidFill>
                  <a:latin typeface="Calibri" pitchFamily="34" charset="0"/>
                  <a:ea typeface="新細明體" pitchFamily="18" charset="-120"/>
                  <a:sym typeface="Marker Felt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727272"/>
                  </a:solidFill>
                  <a:latin typeface="Calibri" pitchFamily="34" charset="0"/>
                  <a:ea typeface="新細明體" pitchFamily="18" charset="-120"/>
                  <a:sym typeface="Marker Felt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30000"/>
                </a:spcBef>
              </a:pPr>
              <a:r>
                <a:rPr lang="en-US" altLang="zh-TW" i="1">
                  <a:solidFill>
                    <a:schemeClr val="tx1"/>
                  </a:solidFill>
                </a:rPr>
                <a:t>K</a:t>
              </a:r>
              <a:endParaRPr lang="en-US" altLang="zh-TW">
                <a:solidFill>
                  <a:schemeClr val="tx1"/>
                </a:solidFill>
              </a:endParaRPr>
            </a:p>
          </p:txBody>
        </p:sp>
        <p:grpSp>
          <p:nvGrpSpPr>
            <p:cNvPr id="8" name="Group 25"/>
            <p:cNvGrpSpPr/>
            <p:nvPr/>
          </p:nvGrpSpPr>
          <p:grpSpPr>
            <a:xfrm>
              <a:off x="4290060" y="4114800"/>
              <a:ext cx="914400" cy="457200"/>
              <a:chOff x="5562600" y="2438400"/>
              <a:chExt cx="1143000" cy="534194"/>
            </a:xfrm>
            <a:noFill/>
          </p:grpSpPr>
          <p:sp>
            <p:nvSpPr>
              <p:cNvPr id="60" name="Rectangle 59"/>
              <p:cNvSpPr/>
              <p:nvPr/>
            </p:nvSpPr>
            <p:spPr>
              <a:xfrm>
                <a:off x="5562600" y="2438400"/>
                <a:ext cx="1143000" cy="533400"/>
              </a:xfrm>
              <a:prstGeom prst="rect">
                <a:avLst/>
              </a:prstGeom>
              <a:grpFill/>
              <a:ln>
                <a:solidFill>
                  <a:schemeClr val="accent6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>
                <a:spAutoFit/>
              </a:bodyPr>
              <a:lstStyle/>
              <a:p>
                <a:pPr algn="ctr">
                  <a:lnSpc>
                    <a:spcPct val="85000"/>
                  </a:lnSpc>
                  <a:spcBef>
                    <a:spcPct val="30000"/>
                  </a:spcBef>
                  <a:defRPr/>
                </a:pPr>
                <a:endParaRPr lang="en-US" sz="2000" dirty="0">
                  <a:sym typeface="Marker Felt" charset="0"/>
                </a:endParaRPr>
              </a:p>
            </p:txBody>
          </p:sp>
          <p:cxnSp>
            <p:nvCxnSpPr>
              <p:cNvPr id="61" name="Straight Connector 60"/>
              <p:cNvCxnSpPr/>
              <p:nvPr/>
            </p:nvCxnSpPr>
            <p:spPr bwMode="auto">
              <a:xfrm rot="5400000">
                <a:off x="6133306" y="2705100"/>
                <a:ext cx="533400" cy="1588"/>
              </a:xfrm>
              <a:prstGeom prst="line">
                <a:avLst/>
              </a:prstGeom>
              <a:grpFill/>
              <a:ln w="25400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9" name="Group 28"/>
            <p:cNvGrpSpPr>
              <a:grpSpLocks/>
            </p:cNvGrpSpPr>
            <p:nvPr/>
          </p:nvGrpSpPr>
          <p:grpSpPr bwMode="auto">
            <a:xfrm>
              <a:off x="4289425" y="4572000"/>
              <a:ext cx="914400" cy="457200"/>
              <a:chOff x="5562600" y="2438400"/>
              <a:chExt cx="1143000" cy="534194"/>
            </a:xfrm>
          </p:grpSpPr>
          <p:sp>
            <p:nvSpPr>
              <p:cNvPr id="58" name="Rectangle 57"/>
              <p:cNvSpPr/>
              <p:nvPr/>
            </p:nvSpPr>
            <p:spPr>
              <a:xfrm>
                <a:off x="5562600" y="2438400"/>
                <a:ext cx="1143000" cy="534194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>
                <a:spAutoFit/>
              </a:bodyPr>
              <a:lstStyle/>
              <a:p>
                <a:pPr algn="ctr">
                  <a:lnSpc>
                    <a:spcPct val="85000"/>
                  </a:lnSpc>
                  <a:spcBef>
                    <a:spcPct val="30000"/>
                  </a:spcBef>
                  <a:defRPr/>
                </a:pPr>
                <a:endParaRPr lang="en-US" sz="2000" dirty="0">
                  <a:sym typeface="Marker Felt" charset="0"/>
                </a:endParaRPr>
              </a:p>
            </p:txBody>
          </p:sp>
          <p:cxnSp>
            <p:nvCxnSpPr>
              <p:cNvPr id="59" name="Straight Connector 58"/>
              <p:cNvCxnSpPr/>
              <p:nvPr/>
            </p:nvCxnSpPr>
            <p:spPr bwMode="auto">
              <a:xfrm rot="5400000">
                <a:off x="6132909" y="2705497"/>
                <a:ext cx="534194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0" name="Group 31"/>
            <p:cNvGrpSpPr/>
            <p:nvPr/>
          </p:nvGrpSpPr>
          <p:grpSpPr>
            <a:xfrm>
              <a:off x="4290060" y="5029200"/>
              <a:ext cx="914400" cy="457200"/>
              <a:chOff x="5562600" y="2438400"/>
              <a:chExt cx="1143000" cy="534194"/>
            </a:xfrm>
            <a:noFill/>
          </p:grpSpPr>
          <p:sp>
            <p:nvSpPr>
              <p:cNvPr id="56" name="Rectangle 55"/>
              <p:cNvSpPr/>
              <p:nvPr/>
            </p:nvSpPr>
            <p:spPr>
              <a:xfrm>
                <a:off x="5562600" y="2438400"/>
                <a:ext cx="1143000" cy="533400"/>
              </a:xfrm>
              <a:prstGeom prst="rect">
                <a:avLst/>
              </a:prstGeom>
              <a:grpFill/>
              <a:ln>
                <a:solidFill>
                  <a:schemeClr val="accent6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>
                <a:spAutoFit/>
              </a:bodyPr>
              <a:lstStyle/>
              <a:p>
                <a:pPr algn="ctr">
                  <a:lnSpc>
                    <a:spcPct val="85000"/>
                  </a:lnSpc>
                  <a:spcBef>
                    <a:spcPct val="30000"/>
                  </a:spcBef>
                  <a:defRPr/>
                </a:pPr>
                <a:endParaRPr lang="en-US" sz="2000" dirty="0">
                  <a:sym typeface="Marker Felt" charset="0"/>
                </a:endParaRPr>
              </a:p>
            </p:txBody>
          </p:sp>
          <p:cxnSp>
            <p:nvCxnSpPr>
              <p:cNvPr id="57" name="Straight Connector 56"/>
              <p:cNvCxnSpPr/>
              <p:nvPr/>
            </p:nvCxnSpPr>
            <p:spPr bwMode="auto">
              <a:xfrm rot="5400000">
                <a:off x="6133306" y="2705100"/>
                <a:ext cx="533400" cy="1588"/>
              </a:xfrm>
              <a:prstGeom prst="line">
                <a:avLst/>
              </a:prstGeom>
              <a:grpFill/>
              <a:ln w="25400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1" name="Group 34"/>
            <p:cNvGrpSpPr>
              <a:grpSpLocks/>
            </p:cNvGrpSpPr>
            <p:nvPr/>
          </p:nvGrpSpPr>
          <p:grpSpPr bwMode="auto">
            <a:xfrm>
              <a:off x="4289425" y="5486400"/>
              <a:ext cx="914400" cy="457200"/>
              <a:chOff x="5562600" y="2438400"/>
              <a:chExt cx="1143000" cy="534194"/>
            </a:xfrm>
          </p:grpSpPr>
          <p:sp>
            <p:nvSpPr>
              <p:cNvPr id="54" name="Rectangle 53"/>
              <p:cNvSpPr/>
              <p:nvPr/>
            </p:nvSpPr>
            <p:spPr>
              <a:xfrm>
                <a:off x="5562600" y="2438400"/>
                <a:ext cx="1143000" cy="534194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>
                <a:spAutoFit/>
              </a:bodyPr>
              <a:lstStyle/>
              <a:p>
                <a:pPr algn="ctr">
                  <a:lnSpc>
                    <a:spcPct val="85000"/>
                  </a:lnSpc>
                  <a:spcBef>
                    <a:spcPct val="30000"/>
                  </a:spcBef>
                  <a:defRPr/>
                </a:pPr>
                <a:endParaRPr lang="en-US" sz="2000" dirty="0">
                  <a:sym typeface="Marker Felt" charset="0"/>
                </a:endParaRPr>
              </a:p>
            </p:txBody>
          </p:sp>
          <p:cxnSp>
            <p:nvCxnSpPr>
              <p:cNvPr id="55" name="Straight Connector 54"/>
              <p:cNvCxnSpPr/>
              <p:nvPr/>
            </p:nvCxnSpPr>
            <p:spPr bwMode="auto">
              <a:xfrm rot="5400000">
                <a:off x="6132909" y="2705497"/>
                <a:ext cx="534194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2" name="Oval 11"/>
            <p:cNvSpPr/>
            <p:nvPr/>
          </p:nvSpPr>
          <p:spPr>
            <a:xfrm>
              <a:off x="2155825" y="54864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/>
            <a:p>
              <a:pPr algn="ctr">
                <a:lnSpc>
                  <a:spcPct val="85000"/>
                </a:lnSpc>
                <a:spcBef>
                  <a:spcPct val="30000"/>
                </a:spcBef>
                <a:defRPr/>
              </a:pPr>
              <a:endParaRPr lang="en-US" sz="2000" dirty="0">
                <a:sym typeface="Marker Felt" charset="0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1927225" y="45974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/>
            <a:p>
              <a:pPr algn="ctr">
                <a:lnSpc>
                  <a:spcPct val="85000"/>
                </a:lnSpc>
                <a:spcBef>
                  <a:spcPct val="30000"/>
                </a:spcBef>
                <a:defRPr/>
              </a:pPr>
              <a:endParaRPr lang="en-US" sz="2000" dirty="0">
                <a:sym typeface="Marker Felt" charset="0"/>
              </a:endParaRPr>
            </a:p>
          </p:txBody>
        </p:sp>
        <p:cxnSp>
          <p:nvCxnSpPr>
            <p:cNvPr id="14" name="Straight Arrow Connector 18"/>
            <p:cNvCxnSpPr>
              <a:cxnSpLocks noChangeShapeType="1"/>
              <a:stCxn id="13" idx="6"/>
            </p:cNvCxnSpPr>
            <p:nvPr/>
          </p:nvCxnSpPr>
          <p:spPr bwMode="auto">
            <a:xfrm>
              <a:off x="2079625" y="4673600"/>
              <a:ext cx="2209800" cy="127000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Oval 14"/>
            <p:cNvSpPr/>
            <p:nvPr/>
          </p:nvSpPr>
          <p:spPr>
            <a:xfrm>
              <a:off x="1546225" y="50292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/>
            <a:p>
              <a:pPr algn="ctr">
                <a:lnSpc>
                  <a:spcPct val="85000"/>
                </a:lnSpc>
                <a:spcBef>
                  <a:spcPct val="30000"/>
                </a:spcBef>
                <a:defRPr/>
              </a:pPr>
              <a:endParaRPr lang="en-US" sz="2000" dirty="0">
                <a:sym typeface="Marker Felt" charset="0"/>
              </a:endParaRPr>
            </a:p>
          </p:txBody>
        </p:sp>
        <p:cxnSp>
          <p:nvCxnSpPr>
            <p:cNvPr id="16" name="Straight Arrow Connector 22"/>
            <p:cNvCxnSpPr>
              <a:cxnSpLocks noChangeShapeType="1"/>
              <a:stCxn id="15" idx="6"/>
            </p:cNvCxnSpPr>
            <p:nvPr/>
          </p:nvCxnSpPr>
          <p:spPr bwMode="auto">
            <a:xfrm flipV="1">
              <a:off x="1698625" y="4800600"/>
              <a:ext cx="2590800" cy="304800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7" name="Group 50"/>
            <p:cNvGrpSpPr>
              <a:grpSpLocks/>
            </p:cNvGrpSpPr>
            <p:nvPr/>
          </p:nvGrpSpPr>
          <p:grpSpPr bwMode="auto">
            <a:xfrm>
              <a:off x="5089525" y="4335463"/>
              <a:ext cx="587375" cy="228600"/>
              <a:chOff x="6934200" y="4343400"/>
              <a:chExt cx="586740" cy="285116"/>
            </a:xfrm>
          </p:grpSpPr>
          <p:cxnSp>
            <p:nvCxnSpPr>
              <p:cNvPr id="49" name="Straight Connector 35"/>
              <p:cNvCxnSpPr>
                <a:cxnSpLocks noChangeShapeType="1"/>
              </p:cNvCxnSpPr>
              <p:nvPr/>
            </p:nvCxnSpPr>
            <p:spPr bwMode="auto">
              <a:xfrm>
                <a:off x="7239000" y="4495800"/>
                <a:ext cx="28194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0" name="Straight Connector 37"/>
              <p:cNvCxnSpPr>
                <a:cxnSpLocks noChangeShapeType="1"/>
              </p:cNvCxnSpPr>
              <p:nvPr/>
            </p:nvCxnSpPr>
            <p:spPr bwMode="auto">
              <a:xfrm>
                <a:off x="7307580" y="4556760"/>
                <a:ext cx="16002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" name="Straight Connector 39"/>
              <p:cNvCxnSpPr>
                <a:cxnSpLocks noChangeShapeType="1"/>
              </p:cNvCxnSpPr>
              <p:nvPr/>
            </p:nvCxnSpPr>
            <p:spPr bwMode="auto">
              <a:xfrm>
                <a:off x="7353300" y="4626928"/>
                <a:ext cx="8382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" name="Straight Connector 45"/>
              <p:cNvCxnSpPr>
                <a:cxnSpLocks noChangeShapeType="1"/>
              </p:cNvCxnSpPr>
              <p:nvPr/>
            </p:nvCxnSpPr>
            <p:spPr bwMode="auto">
              <a:xfrm>
                <a:off x="6934200" y="4343400"/>
                <a:ext cx="45720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3" name="Straight Connector 46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7315200" y="4419600"/>
                <a:ext cx="15240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8" name="Group 28"/>
            <p:cNvGrpSpPr>
              <a:grpSpLocks/>
            </p:cNvGrpSpPr>
            <p:nvPr/>
          </p:nvGrpSpPr>
          <p:grpSpPr bwMode="auto">
            <a:xfrm>
              <a:off x="5737225" y="4572000"/>
              <a:ext cx="914400" cy="457200"/>
              <a:chOff x="5562600" y="2438400"/>
              <a:chExt cx="1143000" cy="534194"/>
            </a:xfrm>
          </p:grpSpPr>
          <p:sp>
            <p:nvSpPr>
              <p:cNvPr id="47" name="Rectangle 46"/>
              <p:cNvSpPr/>
              <p:nvPr/>
            </p:nvSpPr>
            <p:spPr>
              <a:xfrm>
                <a:off x="5562600" y="2438400"/>
                <a:ext cx="1143000" cy="534194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>
                <a:spAutoFit/>
              </a:bodyPr>
              <a:lstStyle/>
              <a:p>
                <a:pPr algn="ctr">
                  <a:lnSpc>
                    <a:spcPct val="85000"/>
                  </a:lnSpc>
                  <a:spcBef>
                    <a:spcPct val="30000"/>
                  </a:spcBef>
                  <a:defRPr/>
                </a:pPr>
                <a:endParaRPr lang="en-US" sz="2000" dirty="0">
                  <a:sym typeface="Marker Felt" charset="0"/>
                </a:endParaRPr>
              </a:p>
            </p:txBody>
          </p:sp>
          <p:cxnSp>
            <p:nvCxnSpPr>
              <p:cNvPr id="48" name="Straight Connector 47"/>
              <p:cNvCxnSpPr/>
              <p:nvPr/>
            </p:nvCxnSpPr>
            <p:spPr bwMode="auto">
              <a:xfrm rot="5400000">
                <a:off x="6132909" y="2705497"/>
                <a:ext cx="534194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9" name="Group 28"/>
            <p:cNvGrpSpPr>
              <a:grpSpLocks/>
            </p:cNvGrpSpPr>
            <p:nvPr/>
          </p:nvGrpSpPr>
          <p:grpSpPr bwMode="auto">
            <a:xfrm>
              <a:off x="6956425" y="4572000"/>
              <a:ext cx="914400" cy="457200"/>
              <a:chOff x="5562600" y="2438400"/>
              <a:chExt cx="1143000" cy="534194"/>
            </a:xfrm>
          </p:grpSpPr>
          <p:sp>
            <p:nvSpPr>
              <p:cNvPr id="45" name="Rectangle 44"/>
              <p:cNvSpPr/>
              <p:nvPr/>
            </p:nvSpPr>
            <p:spPr>
              <a:xfrm>
                <a:off x="5562600" y="2438400"/>
                <a:ext cx="1143000" cy="534194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>
                <a:spAutoFit/>
              </a:bodyPr>
              <a:lstStyle/>
              <a:p>
                <a:pPr algn="ctr">
                  <a:lnSpc>
                    <a:spcPct val="85000"/>
                  </a:lnSpc>
                  <a:spcBef>
                    <a:spcPct val="30000"/>
                  </a:spcBef>
                  <a:defRPr/>
                </a:pPr>
                <a:endParaRPr lang="en-US" sz="2000" dirty="0">
                  <a:sym typeface="Marker Felt" charset="0"/>
                </a:endParaRPr>
              </a:p>
            </p:txBody>
          </p:sp>
          <p:cxnSp>
            <p:nvCxnSpPr>
              <p:cNvPr id="46" name="Straight Connector 45"/>
              <p:cNvCxnSpPr/>
              <p:nvPr/>
            </p:nvCxnSpPr>
            <p:spPr bwMode="auto">
              <a:xfrm rot="5400000">
                <a:off x="6132909" y="2705497"/>
                <a:ext cx="534194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20" name="Group 28"/>
            <p:cNvGrpSpPr>
              <a:grpSpLocks/>
            </p:cNvGrpSpPr>
            <p:nvPr/>
          </p:nvGrpSpPr>
          <p:grpSpPr bwMode="auto">
            <a:xfrm>
              <a:off x="5737225" y="5105400"/>
              <a:ext cx="914400" cy="457200"/>
              <a:chOff x="5562600" y="2438400"/>
              <a:chExt cx="1143000" cy="534194"/>
            </a:xfrm>
          </p:grpSpPr>
          <p:sp>
            <p:nvSpPr>
              <p:cNvPr id="43" name="Rectangle 42"/>
              <p:cNvSpPr/>
              <p:nvPr/>
            </p:nvSpPr>
            <p:spPr>
              <a:xfrm>
                <a:off x="5562600" y="2438400"/>
                <a:ext cx="1143000" cy="534194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>
                <a:spAutoFit/>
              </a:bodyPr>
              <a:lstStyle/>
              <a:p>
                <a:pPr algn="ctr">
                  <a:lnSpc>
                    <a:spcPct val="85000"/>
                  </a:lnSpc>
                  <a:spcBef>
                    <a:spcPct val="30000"/>
                  </a:spcBef>
                  <a:defRPr/>
                </a:pPr>
                <a:endParaRPr lang="en-US" sz="2000" dirty="0">
                  <a:sym typeface="Marker Felt" charset="0"/>
                </a:endParaRPr>
              </a:p>
            </p:txBody>
          </p:sp>
          <p:cxnSp>
            <p:nvCxnSpPr>
              <p:cNvPr id="44" name="Straight Connector 43"/>
              <p:cNvCxnSpPr/>
              <p:nvPr/>
            </p:nvCxnSpPr>
            <p:spPr bwMode="auto">
              <a:xfrm rot="5400000">
                <a:off x="6132909" y="2705497"/>
                <a:ext cx="534194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21" name="Group 60"/>
            <p:cNvGrpSpPr>
              <a:grpSpLocks/>
            </p:cNvGrpSpPr>
            <p:nvPr/>
          </p:nvGrpSpPr>
          <p:grpSpPr bwMode="auto">
            <a:xfrm>
              <a:off x="7718425" y="4800600"/>
              <a:ext cx="587375" cy="228600"/>
              <a:chOff x="6934200" y="4343400"/>
              <a:chExt cx="586740" cy="285116"/>
            </a:xfrm>
          </p:grpSpPr>
          <p:cxnSp>
            <p:nvCxnSpPr>
              <p:cNvPr id="38" name="Straight Connector 61"/>
              <p:cNvCxnSpPr>
                <a:cxnSpLocks noChangeShapeType="1"/>
              </p:cNvCxnSpPr>
              <p:nvPr/>
            </p:nvCxnSpPr>
            <p:spPr bwMode="auto">
              <a:xfrm>
                <a:off x="7239000" y="4495800"/>
                <a:ext cx="28194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" name="Straight Connector 62"/>
              <p:cNvCxnSpPr>
                <a:cxnSpLocks noChangeShapeType="1"/>
              </p:cNvCxnSpPr>
              <p:nvPr/>
            </p:nvCxnSpPr>
            <p:spPr bwMode="auto">
              <a:xfrm>
                <a:off x="7307580" y="4556760"/>
                <a:ext cx="16002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0" name="Straight Connector 63"/>
              <p:cNvCxnSpPr>
                <a:cxnSpLocks noChangeShapeType="1"/>
              </p:cNvCxnSpPr>
              <p:nvPr/>
            </p:nvCxnSpPr>
            <p:spPr bwMode="auto">
              <a:xfrm>
                <a:off x="7353300" y="4626928"/>
                <a:ext cx="8382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" name="Straight Connector 64"/>
              <p:cNvCxnSpPr>
                <a:cxnSpLocks noChangeShapeType="1"/>
              </p:cNvCxnSpPr>
              <p:nvPr/>
            </p:nvCxnSpPr>
            <p:spPr bwMode="auto">
              <a:xfrm>
                <a:off x="6934200" y="4343400"/>
                <a:ext cx="45720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" name="Straight Connector 65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7315200" y="4419600"/>
                <a:ext cx="15240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2" name="Group 66"/>
            <p:cNvGrpSpPr>
              <a:grpSpLocks/>
            </p:cNvGrpSpPr>
            <p:nvPr/>
          </p:nvGrpSpPr>
          <p:grpSpPr bwMode="auto">
            <a:xfrm>
              <a:off x="6499225" y="5334000"/>
              <a:ext cx="587375" cy="228600"/>
              <a:chOff x="6934200" y="4343400"/>
              <a:chExt cx="586740" cy="285116"/>
            </a:xfrm>
          </p:grpSpPr>
          <p:cxnSp>
            <p:nvCxnSpPr>
              <p:cNvPr id="33" name="Straight Connector 67"/>
              <p:cNvCxnSpPr>
                <a:cxnSpLocks noChangeShapeType="1"/>
              </p:cNvCxnSpPr>
              <p:nvPr/>
            </p:nvCxnSpPr>
            <p:spPr bwMode="auto">
              <a:xfrm>
                <a:off x="7239000" y="4495800"/>
                <a:ext cx="28194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4" name="Straight Connector 68"/>
              <p:cNvCxnSpPr>
                <a:cxnSpLocks noChangeShapeType="1"/>
              </p:cNvCxnSpPr>
              <p:nvPr/>
            </p:nvCxnSpPr>
            <p:spPr bwMode="auto">
              <a:xfrm>
                <a:off x="7307580" y="4556760"/>
                <a:ext cx="16002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" name="Straight Connector 69"/>
              <p:cNvCxnSpPr>
                <a:cxnSpLocks noChangeShapeType="1"/>
              </p:cNvCxnSpPr>
              <p:nvPr/>
            </p:nvCxnSpPr>
            <p:spPr bwMode="auto">
              <a:xfrm>
                <a:off x="7353300" y="4626928"/>
                <a:ext cx="8382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" name="Straight Connector 70"/>
              <p:cNvCxnSpPr>
                <a:cxnSpLocks noChangeShapeType="1"/>
              </p:cNvCxnSpPr>
              <p:nvPr/>
            </p:nvCxnSpPr>
            <p:spPr bwMode="auto">
              <a:xfrm>
                <a:off x="6934200" y="4343400"/>
                <a:ext cx="45720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" name="Straight Connector 71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7315200" y="4419600"/>
                <a:ext cx="15240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3" name="Group 72"/>
            <p:cNvGrpSpPr>
              <a:grpSpLocks/>
            </p:cNvGrpSpPr>
            <p:nvPr/>
          </p:nvGrpSpPr>
          <p:grpSpPr bwMode="auto">
            <a:xfrm>
              <a:off x="5051425" y="5715000"/>
              <a:ext cx="587375" cy="228600"/>
              <a:chOff x="6934200" y="4343400"/>
              <a:chExt cx="586740" cy="285116"/>
            </a:xfrm>
          </p:grpSpPr>
          <p:cxnSp>
            <p:nvCxnSpPr>
              <p:cNvPr id="28" name="Straight Connector 73"/>
              <p:cNvCxnSpPr>
                <a:cxnSpLocks noChangeShapeType="1"/>
              </p:cNvCxnSpPr>
              <p:nvPr/>
            </p:nvCxnSpPr>
            <p:spPr bwMode="auto">
              <a:xfrm>
                <a:off x="7239000" y="4495800"/>
                <a:ext cx="28194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" name="Straight Connector 74"/>
              <p:cNvCxnSpPr>
                <a:cxnSpLocks noChangeShapeType="1"/>
              </p:cNvCxnSpPr>
              <p:nvPr/>
            </p:nvCxnSpPr>
            <p:spPr bwMode="auto">
              <a:xfrm>
                <a:off x="7307580" y="4556760"/>
                <a:ext cx="16002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" name="Straight Connector 75"/>
              <p:cNvCxnSpPr>
                <a:cxnSpLocks noChangeShapeType="1"/>
              </p:cNvCxnSpPr>
              <p:nvPr/>
            </p:nvCxnSpPr>
            <p:spPr bwMode="auto">
              <a:xfrm>
                <a:off x="7353300" y="4626928"/>
                <a:ext cx="8382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" name="Straight Connector 76"/>
              <p:cNvCxnSpPr>
                <a:cxnSpLocks noChangeShapeType="1"/>
              </p:cNvCxnSpPr>
              <p:nvPr/>
            </p:nvCxnSpPr>
            <p:spPr bwMode="auto">
              <a:xfrm>
                <a:off x="6934200" y="4343400"/>
                <a:ext cx="45720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" name="Straight Connector 77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7315200" y="4419600"/>
                <a:ext cx="15240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24" name="Straight Arrow Connector 78"/>
            <p:cNvCxnSpPr>
              <a:cxnSpLocks noChangeShapeType="1"/>
            </p:cNvCxnSpPr>
            <p:nvPr/>
          </p:nvCxnSpPr>
          <p:spPr bwMode="auto">
            <a:xfrm>
              <a:off x="5203825" y="4800600"/>
              <a:ext cx="533400" cy="1588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Straight Arrow Connector 81"/>
            <p:cNvCxnSpPr>
              <a:cxnSpLocks noChangeShapeType="1"/>
            </p:cNvCxnSpPr>
            <p:nvPr/>
          </p:nvCxnSpPr>
          <p:spPr bwMode="auto">
            <a:xfrm>
              <a:off x="6651625" y="4800600"/>
              <a:ext cx="304800" cy="1588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Straight Arrow Connector 87"/>
            <p:cNvCxnSpPr>
              <a:cxnSpLocks noChangeShapeType="1"/>
              <a:stCxn id="12" idx="6"/>
            </p:cNvCxnSpPr>
            <p:nvPr/>
          </p:nvCxnSpPr>
          <p:spPr bwMode="auto">
            <a:xfrm flipV="1">
              <a:off x="2308225" y="5257800"/>
              <a:ext cx="1981200" cy="304800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Straight Arrow Connector 60"/>
            <p:cNvCxnSpPr>
              <a:cxnSpLocks noChangeShapeType="1"/>
            </p:cNvCxnSpPr>
            <p:nvPr/>
          </p:nvCxnSpPr>
          <p:spPr bwMode="auto">
            <a:xfrm>
              <a:off x="5203825" y="5332413"/>
              <a:ext cx="533400" cy="1587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2" name="TextBox 2"/>
          <p:cNvSpPr txBox="1">
            <a:spLocks noChangeArrowheads="1"/>
          </p:cNvSpPr>
          <p:nvPr/>
        </p:nvSpPr>
        <p:spPr bwMode="auto">
          <a:xfrm>
            <a:off x="4139952" y="4047157"/>
            <a:ext cx="12102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rgbClr val="727272"/>
                </a:solidFill>
                <a:latin typeface="Calibri" pitchFamily="34" charset="0"/>
                <a:ea typeface="新細明體" pitchFamily="18" charset="-120"/>
                <a:sym typeface="Marker Felt"/>
              </a:defRPr>
            </a:lvl1pPr>
            <a:lvl2pPr marL="742950" indent="-285750">
              <a:defRPr sz="2800">
                <a:solidFill>
                  <a:srgbClr val="727272"/>
                </a:solidFill>
                <a:latin typeface="Calibri" pitchFamily="34" charset="0"/>
                <a:ea typeface="新細明體" pitchFamily="18" charset="-120"/>
                <a:sym typeface="Marker Felt"/>
              </a:defRPr>
            </a:lvl2pPr>
            <a:lvl3pPr marL="1143000" indent="-228600">
              <a:defRPr sz="2800">
                <a:solidFill>
                  <a:srgbClr val="727272"/>
                </a:solidFill>
                <a:latin typeface="Calibri" pitchFamily="34" charset="0"/>
                <a:ea typeface="新細明體" pitchFamily="18" charset="-120"/>
                <a:sym typeface="Marker Felt"/>
              </a:defRPr>
            </a:lvl3pPr>
            <a:lvl4pPr marL="1600200" indent="-228600">
              <a:defRPr sz="2800">
                <a:solidFill>
                  <a:srgbClr val="727272"/>
                </a:solidFill>
                <a:latin typeface="Calibri" pitchFamily="34" charset="0"/>
                <a:ea typeface="新細明體" pitchFamily="18" charset="-120"/>
                <a:sym typeface="Marker Felt"/>
              </a:defRPr>
            </a:lvl4pPr>
            <a:lvl5pPr marL="2057400" indent="-228600">
              <a:defRPr sz="2800">
                <a:solidFill>
                  <a:srgbClr val="727272"/>
                </a:solidFill>
                <a:latin typeface="Calibri" pitchFamily="34" charset="0"/>
                <a:ea typeface="新細明體" pitchFamily="18" charset="-120"/>
                <a:sym typeface="Marker Felt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727272"/>
                </a:solidFill>
                <a:latin typeface="Calibri" pitchFamily="34" charset="0"/>
                <a:ea typeface="新細明體" pitchFamily="18" charset="-120"/>
                <a:sym typeface="Marker Felt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727272"/>
                </a:solidFill>
                <a:latin typeface="Calibri" pitchFamily="34" charset="0"/>
                <a:ea typeface="新細明體" pitchFamily="18" charset="-120"/>
                <a:sym typeface="Marker Felt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727272"/>
                </a:solidFill>
                <a:latin typeface="Calibri" pitchFamily="34" charset="0"/>
                <a:ea typeface="新細明體" pitchFamily="18" charset="-120"/>
                <a:sym typeface="Marker Felt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727272"/>
                </a:solidFill>
                <a:latin typeface="Calibri" pitchFamily="34" charset="0"/>
                <a:ea typeface="新細明體" pitchFamily="18" charset="-120"/>
                <a:sym typeface="Marker Felt"/>
              </a:defRPr>
            </a:lvl9pPr>
          </a:lstStyle>
          <a:p>
            <a:r>
              <a:rPr lang="en-US" altLang="en-US" sz="2400" b="1" dirty="0">
                <a:solidFill>
                  <a:srgbClr val="FF0000"/>
                </a:solidFill>
              </a:rPr>
              <a:t>buckets</a:t>
            </a:r>
          </a:p>
        </p:txBody>
      </p:sp>
    </p:spTree>
    <p:extLst>
      <p:ext uri="{BB962C8B-B14F-4D97-AF65-F5344CB8AC3E}">
        <p14:creationId xmlns:p14="http://schemas.microsoft.com/office/powerpoint/2010/main" val="14377886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36, 18, 72, 43, 6, 10, 5, 15 one by one</a:t>
            </a:r>
          </a:p>
          <a:p>
            <a:pPr lvl="1"/>
            <a:r>
              <a:rPr lang="en-US" dirty="0"/>
              <a:t>table size: 8</a:t>
            </a:r>
          </a:p>
          <a:p>
            <a:pPr lvl="1"/>
            <a:r>
              <a:rPr lang="en-US" dirty="0"/>
              <a:t>hash function: key % table size</a:t>
            </a:r>
          </a:p>
          <a:p>
            <a:pPr lvl="1"/>
            <a:r>
              <a:rPr lang="en-US" dirty="0"/>
              <a:t>collision: chaining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601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5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27607"/>
            <a:ext cx="7844371" cy="4495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364088" y="2780928"/>
            <a:ext cx="3024336" cy="609600"/>
          </a:xfrm>
          <a:prstGeom prst="rect">
            <a:avLst/>
          </a:prstGeom>
          <a:noFill/>
          <a:ln w="25400" algn="ctr">
            <a:solidFill>
              <a:srgbClr val="CC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rgbClr val="727272"/>
                </a:solidFill>
                <a:latin typeface="Calibri" pitchFamily="34" charset="0"/>
                <a:ea typeface="新細明體" pitchFamily="18" charset="-120"/>
                <a:sym typeface="Marker Felt"/>
              </a:defRPr>
            </a:lvl1pPr>
            <a:lvl2pPr marL="742950" indent="-285750">
              <a:defRPr sz="2800">
                <a:solidFill>
                  <a:srgbClr val="727272"/>
                </a:solidFill>
                <a:latin typeface="Calibri" pitchFamily="34" charset="0"/>
                <a:ea typeface="新細明體" pitchFamily="18" charset="-120"/>
                <a:sym typeface="Marker Felt"/>
              </a:defRPr>
            </a:lvl2pPr>
            <a:lvl3pPr marL="1143000" indent="-228600">
              <a:defRPr sz="2800">
                <a:solidFill>
                  <a:srgbClr val="727272"/>
                </a:solidFill>
                <a:latin typeface="Calibri" pitchFamily="34" charset="0"/>
                <a:ea typeface="新細明體" pitchFamily="18" charset="-120"/>
                <a:sym typeface="Marker Felt"/>
              </a:defRPr>
            </a:lvl3pPr>
            <a:lvl4pPr marL="1600200" indent="-228600">
              <a:defRPr sz="2800">
                <a:solidFill>
                  <a:srgbClr val="727272"/>
                </a:solidFill>
                <a:latin typeface="Calibri" pitchFamily="34" charset="0"/>
                <a:ea typeface="新細明體" pitchFamily="18" charset="-120"/>
                <a:sym typeface="Marker Felt"/>
              </a:defRPr>
            </a:lvl4pPr>
            <a:lvl5pPr marL="2057400" indent="-228600">
              <a:defRPr sz="2800">
                <a:solidFill>
                  <a:srgbClr val="727272"/>
                </a:solidFill>
                <a:latin typeface="Calibri" pitchFamily="34" charset="0"/>
                <a:ea typeface="新細明體" pitchFamily="18" charset="-120"/>
                <a:sym typeface="Marker Felt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727272"/>
                </a:solidFill>
                <a:latin typeface="Calibri" pitchFamily="34" charset="0"/>
                <a:ea typeface="新細明體" pitchFamily="18" charset="-120"/>
                <a:sym typeface="Marker Felt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727272"/>
                </a:solidFill>
                <a:latin typeface="Calibri" pitchFamily="34" charset="0"/>
                <a:ea typeface="新細明體" pitchFamily="18" charset="-120"/>
                <a:sym typeface="Marker Felt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727272"/>
                </a:solidFill>
                <a:latin typeface="Calibri" pitchFamily="34" charset="0"/>
                <a:ea typeface="新細明體" pitchFamily="18" charset="-120"/>
                <a:sym typeface="Marker Felt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727272"/>
                </a:solidFill>
                <a:latin typeface="Calibri" pitchFamily="34" charset="0"/>
                <a:ea typeface="新細明體" pitchFamily="18" charset="-120"/>
                <a:sym typeface="Marker Felt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62150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Hash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/>
          </a:bodyPr>
          <a:lstStyle/>
          <a:p>
            <a:r>
              <a:rPr lang="en-US" dirty="0"/>
              <a:t>Double hash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en-US" dirty="0"/>
              <a:t> uses two hash function</a:t>
            </a:r>
            <a:r>
              <a:rPr lang="en-US" altLang="zh-CN" dirty="0"/>
              <a:t> </a:t>
            </a:r>
            <a:r>
              <a:rPr lang="en-US" altLang="zh-TW" i="1" dirty="0">
                <a:solidFill>
                  <a:srgbClr val="0000FF"/>
                </a:solidFill>
              </a:rPr>
              <a:t>Hash</a:t>
            </a:r>
            <a:r>
              <a:rPr lang="en-US" altLang="zh-CN" baseline="-25000" dirty="0">
                <a:solidFill>
                  <a:srgbClr val="0000FF"/>
                </a:solidFill>
              </a:rPr>
              <a:t>1</a:t>
            </a:r>
            <a:r>
              <a:rPr lang="en-US" altLang="zh-CN" dirty="0"/>
              <a:t> </a:t>
            </a:r>
            <a:r>
              <a:rPr lang="en-US" altLang="zh-TW" i="1" dirty="0">
                <a:solidFill>
                  <a:srgbClr val="0000FF"/>
                </a:solidFill>
              </a:rPr>
              <a:t>Hash</a:t>
            </a:r>
            <a:r>
              <a:rPr lang="en-US" altLang="zh-TW" baseline="-25000" dirty="0">
                <a:solidFill>
                  <a:srgbClr val="0000FF"/>
                </a:solidFill>
              </a:rPr>
              <a:t>2</a:t>
            </a:r>
            <a:r>
              <a:rPr lang="en-US" dirty="0"/>
              <a:t> to</a:t>
            </a:r>
            <a:r>
              <a:rPr lang="zh-CN" altLang="en-US" dirty="0"/>
              <a:t> </a:t>
            </a:r>
            <a:r>
              <a:rPr lang="en-US" altLang="zh-CN" dirty="0"/>
              <a:t>represent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hash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</a:p>
          <a:p>
            <a:endParaRPr lang="en-US" dirty="0"/>
          </a:p>
          <a:p>
            <a:r>
              <a:rPr lang="en-US" altLang="zh-CN" dirty="0"/>
              <a:t>Less</a:t>
            </a:r>
            <a:r>
              <a:rPr lang="zh-CN" altLang="en-US" dirty="0"/>
              <a:t> </a:t>
            </a:r>
            <a:r>
              <a:rPr lang="en-US" altLang="zh-CN" dirty="0"/>
              <a:t>collision</a:t>
            </a:r>
            <a:r>
              <a:rPr lang="zh-CN" altLang="en-US" dirty="0"/>
              <a:t> </a:t>
            </a:r>
            <a:r>
              <a:rPr lang="en-US" altLang="zh-CN" dirty="0"/>
              <a:t>than</a:t>
            </a:r>
            <a:r>
              <a:rPr lang="zh-CN" altLang="en-US" dirty="0"/>
              <a:t> </a:t>
            </a:r>
            <a:r>
              <a:rPr lang="en-US" altLang="zh-CN" dirty="0"/>
              <a:t>single</a:t>
            </a:r>
            <a:r>
              <a:rPr lang="zh-CN" altLang="en-US" dirty="0"/>
              <a:t> </a:t>
            </a:r>
            <a:r>
              <a:rPr lang="en-US" altLang="zh-CN" dirty="0"/>
              <a:t>hashing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357017" y="2636912"/>
            <a:ext cx="64299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Hash(key)</a:t>
            </a:r>
            <a:r>
              <a:rPr lang="en-US" altLang="zh-TW" sz="2400" dirty="0">
                <a:solidFill>
                  <a:srgbClr val="0000FF"/>
                </a:solidFill>
              </a:rPr>
              <a:t>= </a:t>
            </a:r>
            <a:r>
              <a:rPr lang="en-US" altLang="zh-CN" sz="2400" i="1" dirty="0">
                <a:solidFill>
                  <a:srgbClr val="0000FF"/>
                </a:solidFill>
              </a:rPr>
              <a:t>combine(</a:t>
            </a:r>
            <a:r>
              <a:rPr lang="en-US" altLang="zh-TW" sz="2400" i="1" dirty="0">
                <a:solidFill>
                  <a:srgbClr val="0000FF"/>
                </a:solidFill>
              </a:rPr>
              <a:t>Hash</a:t>
            </a:r>
            <a:r>
              <a:rPr lang="en-US" altLang="zh-CN" sz="2400" baseline="-25000" dirty="0">
                <a:solidFill>
                  <a:srgbClr val="0000FF"/>
                </a:solidFill>
              </a:rPr>
              <a:t>1</a:t>
            </a:r>
            <a:r>
              <a:rPr lang="en-US" altLang="zh-TW" sz="2400" dirty="0">
                <a:solidFill>
                  <a:srgbClr val="0000FF"/>
                </a:solidFill>
              </a:rPr>
              <a:t>(</a:t>
            </a:r>
            <a:r>
              <a:rPr lang="en-US" altLang="zh-TW" sz="2400" i="1" dirty="0">
                <a:solidFill>
                  <a:srgbClr val="0000FF"/>
                </a:solidFill>
              </a:rPr>
              <a:t>key</a:t>
            </a:r>
            <a:r>
              <a:rPr lang="en-US" altLang="zh-TW" sz="2400" dirty="0">
                <a:solidFill>
                  <a:srgbClr val="0000FF"/>
                </a:solidFill>
              </a:rPr>
              <a:t>)</a:t>
            </a:r>
            <a:r>
              <a:rPr lang="en-US" altLang="zh-CN" sz="2400" dirty="0">
                <a:solidFill>
                  <a:srgbClr val="0000FF"/>
                </a:solidFill>
              </a:rPr>
              <a:t>,</a:t>
            </a:r>
            <a:r>
              <a:rPr lang="zh-CN" altLang="en-US" sz="2400" dirty="0">
                <a:solidFill>
                  <a:srgbClr val="0000FF"/>
                </a:solidFill>
              </a:rPr>
              <a:t> </a:t>
            </a:r>
            <a:r>
              <a:rPr lang="en-US" altLang="zh-TW" sz="2400" i="1" dirty="0">
                <a:solidFill>
                  <a:srgbClr val="0000FF"/>
                </a:solidFill>
              </a:rPr>
              <a:t>Hash</a:t>
            </a:r>
            <a:r>
              <a:rPr lang="en-US" altLang="zh-TW" sz="2400" baseline="-25000" dirty="0">
                <a:solidFill>
                  <a:srgbClr val="0000FF"/>
                </a:solidFill>
              </a:rPr>
              <a:t>2</a:t>
            </a:r>
            <a:r>
              <a:rPr lang="en-US" altLang="zh-TW" sz="2400" dirty="0">
                <a:solidFill>
                  <a:srgbClr val="0000FF"/>
                </a:solidFill>
              </a:rPr>
              <a:t>(</a:t>
            </a:r>
            <a:r>
              <a:rPr lang="en-US" altLang="zh-TW" sz="2400" i="1" dirty="0">
                <a:solidFill>
                  <a:srgbClr val="0000FF"/>
                </a:solidFill>
              </a:rPr>
              <a:t>key</a:t>
            </a:r>
            <a:r>
              <a:rPr lang="en-US" altLang="zh-TW" sz="2400" dirty="0">
                <a:solidFill>
                  <a:srgbClr val="0000FF"/>
                </a:solidFill>
              </a:rPr>
              <a:t>)</a:t>
            </a:r>
            <a:r>
              <a:rPr lang="en-US" altLang="zh-CN" sz="2400" dirty="0">
                <a:solidFill>
                  <a:srgbClr val="0000FF"/>
                </a:solidFill>
              </a:rPr>
              <a:t>)</a:t>
            </a:r>
            <a:endParaRPr lang="en-US" altLang="zh-TW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834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calculate the intersection of two sets of integers?</a:t>
            </a:r>
          </a:p>
          <a:p>
            <a:pPr lvl="1"/>
            <a:r>
              <a:rPr lang="pt-BR" dirty="0"/>
              <a:t>Input: two sets A</a:t>
            </a:r>
            <a:r>
              <a:rPr lang="pt-BR" baseline="-25000" dirty="0"/>
              <a:t>1</a:t>
            </a:r>
            <a:r>
              <a:rPr lang="pt-BR" dirty="0"/>
              <a:t>, A</a:t>
            </a:r>
            <a:r>
              <a:rPr lang="pt-BR" baseline="-25000" dirty="0"/>
              <a:t>2</a:t>
            </a:r>
            <a:endParaRPr lang="pt-BR" dirty="0"/>
          </a:p>
          <a:p>
            <a:pPr lvl="2"/>
            <a:r>
              <a:rPr lang="pt-BR" dirty="0"/>
              <a:t>A</a:t>
            </a:r>
            <a:r>
              <a:rPr lang="pt-BR" baseline="-25000" dirty="0"/>
              <a:t>1</a:t>
            </a:r>
            <a:r>
              <a:rPr lang="pt-BR" dirty="0"/>
              <a:t> = {4, 5, 6, 7, 1, 2, 300, 8, 9, 10}</a:t>
            </a:r>
          </a:p>
          <a:p>
            <a:pPr lvl="2"/>
            <a:r>
              <a:rPr lang="pt-BR" dirty="0"/>
              <a:t>A</a:t>
            </a:r>
            <a:r>
              <a:rPr lang="pt-BR" baseline="-25000" dirty="0"/>
              <a:t>2</a:t>
            </a:r>
            <a:r>
              <a:rPr lang="pt-BR" dirty="0"/>
              <a:t> = {10, 11, 12, 8, 600}</a:t>
            </a:r>
          </a:p>
          <a:p>
            <a:pPr lvl="1"/>
            <a:r>
              <a:rPr lang="pt-BR" dirty="0"/>
              <a:t>Output</a:t>
            </a:r>
            <a:r>
              <a:rPr lang="pt-BR"/>
              <a:t>: {8</a:t>
            </a:r>
            <a:r>
              <a:rPr lang="pt-BR" dirty="0"/>
              <a:t>, 10}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6480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6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 </a:t>
            </a:r>
          </a:p>
          <a:p>
            <a:pPr lvl="1"/>
            <a:r>
              <a:rPr lang="en-US" dirty="0"/>
              <a:t>build a </a:t>
            </a:r>
            <a:r>
              <a:rPr lang="en-US" dirty="0" err="1"/>
              <a:t>hashtable</a:t>
            </a:r>
            <a:r>
              <a:rPr lang="en-US" dirty="0"/>
              <a:t> H for A</a:t>
            </a:r>
            <a:r>
              <a:rPr lang="en-US" baseline="-25000" dirty="0"/>
              <a:t>1</a:t>
            </a:r>
          </a:p>
          <a:p>
            <a:pPr lvl="1"/>
            <a:r>
              <a:rPr lang="en-US" dirty="0"/>
              <a:t>look up every element of A</a:t>
            </a:r>
            <a:r>
              <a:rPr lang="en-US" baseline="-25000" dirty="0"/>
              <a:t>2</a:t>
            </a:r>
            <a:r>
              <a:rPr lang="en-US" dirty="0"/>
              <a:t> in H</a:t>
            </a:r>
          </a:p>
          <a:p>
            <a:pPr lvl="1"/>
            <a:r>
              <a:rPr lang="en-US" dirty="0"/>
              <a:t>expected comparison operations: n</a:t>
            </a:r>
            <a:r>
              <a:rPr lang="en-US" baseline="-25000" dirty="0"/>
              <a:t>1 </a:t>
            </a:r>
            <a:r>
              <a:rPr lang="en-US" dirty="0"/>
              <a:t>+ n</a:t>
            </a:r>
            <a:r>
              <a:rPr lang="en-US" baseline="-25000" dirty="0"/>
              <a:t>2</a:t>
            </a:r>
            <a:r>
              <a:rPr lang="en-US" dirty="0"/>
              <a:t> (assuming uniform hashing)</a:t>
            </a:r>
          </a:p>
          <a:p>
            <a:pPr lvl="2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090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</TotalTime>
  <Words>1374</Words>
  <Application>Microsoft Office PowerPoint</Application>
  <PresentationFormat>全屏显示(4:3)</PresentationFormat>
  <Paragraphs>246</Paragraphs>
  <Slides>28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4" baseType="lpstr">
      <vt:lpstr>Marker Felt</vt:lpstr>
      <vt:lpstr>SimSun</vt:lpstr>
      <vt:lpstr>Arial</vt:lpstr>
      <vt:lpstr>Calibri</vt:lpstr>
      <vt:lpstr>Cambria Math</vt:lpstr>
      <vt:lpstr>Office 主题</vt:lpstr>
      <vt:lpstr>CSCI2520 Tutorial 3: Hashtable</vt:lpstr>
      <vt:lpstr>PowerPoint 演示文稿</vt:lpstr>
      <vt:lpstr>PowerPoint 演示文稿</vt:lpstr>
      <vt:lpstr>Outline</vt:lpstr>
      <vt:lpstr>Hashtable</vt:lpstr>
      <vt:lpstr>Hash Function</vt:lpstr>
      <vt:lpstr>Hashtable</vt:lpstr>
      <vt:lpstr>Hash Function</vt:lpstr>
      <vt:lpstr>Exercise 1</vt:lpstr>
      <vt:lpstr>Collision in Hashing</vt:lpstr>
      <vt:lpstr>Open Addressing</vt:lpstr>
      <vt:lpstr>Linear Probing</vt:lpstr>
      <vt:lpstr>Exercise 2</vt:lpstr>
      <vt:lpstr>Exercise 2 Solution</vt:lpstr>
      <vt:lpstr>Exercise 2 Solution</vt:lpstr>
      <vt:lpstr>Quadratic Probing</vt:lpstr>
      <vt:lpstr>Exercise 3</vt:lpstr>
      <vt:lpstr>Exercise 3 Solution</vt:lpstr>
      <vt:lpstr>Exercise 3 Solution</vt:lpstr>
      <vt:lpstr>Double Hashing Collision Handle Method</vt:lpstr>
      <vt:lpstr>Exercise 4</vt:lpstr>
      <vt:lpstr>Exercise 4 Solution</vt:lpstr>
      <vt:lpstr>Chaining</vt:lpstr>
      <vt:lpstr>Exercise 5</vt:lpstr>
      <vt:lpstr>Exercise 5 Solution</vt:lpstr>
      <vt:lpstr>Double Hash Function</vt:lpstr>
      <vt:lpstr>Exercise 6</vt:lpstr>
      <vt:lpstr>Exercise 6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CSCI2520 Tutorial 1 (Week 2): C Programming Review</dc:title>
  <dc:creator>gjchen</dc:creator>
  <cp:lastModifiedBy>PAN, Zhenyu</cp:lastModifiedBy>
  <cp:revision>56</cp:revision>
  <dcterms:created xsi:type="dcterms:W3CDTF">2016-01-18T13:38:47Z</dcterms:created>
  <dcterms:modified xsi:type="dcterms:W3CDTF">2026-01-25T17:19:36Z</dcterms:modified>
</cp:coreProperties>
</file>